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404" r:id="rId2"/>
    <p:sldId id="299" r:id="rId3"/>
    <p:sldId id="351" r:id="rId4"/>
    <p:sldId id="385" r:id="rId5"/>
    <p:sldId id="449" r:id="rId6"/>
    <p:sldId id="487" r:id="rId7"/>
    <p:sldId id="488" r:id="rId8"/>
    <p:sldId id="454" r:id="rId9"/>
    <p:sldId id="453" r:id="rId10"/>
    <p:sldId id="455" r:id="rId11"/>
    <p:sldId id="484" r:id="rId12"/>
    <p:sldId id="456" r:id="rId13"/>
    <p:sldId id="457" r:id="rId14"/>
    <p:sldId id="458" r:id="rId15"/>
    <p:sldId id="496" r:id="rId16"/>
    <p:sldId id="460" r:id="rId17"/>
    <p:sldId id="500" r:id="rId18"/>
    <p:sldId id="461" r:id="rId19"/>
    <p:sldId id="464" r:id="rId20"/>
    <p:sldId id="467" r:id="rId21"/>
    <p:sldId id="465" r:id="rId22"/>
    <p:sldId id="459" r:id="rId23"/>
    <p:sldId id="485" r:id="rId24"/>
    <p:sldId id="466" r:id="rId25"/>
    <p:sldId id="468" r:id="rId26"/>
    <p:sldId id="469" r:id="rId27"/>
    <p:sldId id="470" r:id="rId28"/>
    <p:sldId id="473" r:id="rId29"/>
    <p:sldId id="471" r:id="rId30"/>
    <p:sldId id="472" r:id="rId31"/>
    <p:sldId id="499" r:id="rId32"/>
    <p:sldId id="491" r:id="rId33"/>
    <p:sldId id="478" r:id="rId34"/>
    <p:sldId id="492" r:id="rId35"/>
    <p:sldId id="493" r:id="rId36"/>
    <p:sldId id="494" r:id="rId37"/>
    <p:sldId id="495" r:id="rId38"/>
    <p:sldId id="479" r:id="rId39"/>
    <p:sldId id="498" r:id="rId40"/>
    <p:sldId id="497" r:id="rId41"/>
    <p:sldId id="475" r:id="rId42"/>
    <p:sldId id="476" r:id="rId43"/>
    <p:sldId id="477" r:id="rId44"/>
    <p:sldId id="411" r:id="rId45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5E1C"/>
    <a:srgbClr val="EE3E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49" autoAdjust="0"/>
    <p:restoredTop sz="96765" autoAdjust="0"/>
  </p:normalViewPr>
  <p:slideViewPr>
    <p:cSldViewPr>
      <p:cViewPr varScale="1">
        <p:scale>
          <a:sx n="128" d="100"/>
          <a:sy n="128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195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B555C2-7CAD-449F-9119-90DAED355F86}" type="doc">
      <dgm:prSet loTypeId="urn:microsoft.com/office/officeart/2005/8/layout/list1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vi-VN"/>
        </a:p>
      </dgm:t>
    </dgm:pt>
    <dgm:pt modelId="{136127BC-4F9B-4178-A773-6EE204C529FD}">
      <dgm:prSet custT="1"/>
      <dgm:spPr/>
      <dgm:t>
        <a:bodyPr/>
        <a:lstStyle/>
        <a:p>
          <a:r>
            <a:rPr lang="vi-VN" sz="2800" b="1" dirty="0">
              <a:latin typeface="Cambria" panose="02040503050406030204" pitchFamily="18" charset="0"/>
            </a:rPr>
            <a:t>Các khái niệm </a:t>
          </a:r>
          <a:r>
            <a:rPr lang="en-US" sz="2800" b="1" dirty="0">
              <a:latin typeface="Cambria" panose="02040503050406030204" pitchFamily="18" charset="0"/>
            </a:rPr>
            <a:t>về quản lý bộ nhớ</a:t>
          </a:r>
        </a:p>
      </dgm:t>
    </dgm:pt>
    <dgm:pt modelId="{F8C3900F-AFAB-42A4-B359-B52786F6E890}" type="parTrans" cxnId="{7C0C5735-1720-4C99-BD1D-7375A4B94CE3}">
      <dgm:prSet/>
      <dgm:spPr/>
      <dgm:t>
        <a:bodyPr/>
        <a:lstStyle/>
        <a:p>
          <a:endParaRPr lang="en-US"/>
        </a:p>
      </dgm:t>
    </dgm:pt>
    <dgm:pt modelId="{40505F74-E7CE-4194-B4DD-879D84EA6130}" type="sibTrans" cxnId="{7C0C5735-1720-4C99-BD1D-7375A4B94CE3}">
      <dgm:prSet/>
      <dgm:spPr/>
      <dgm:t>
        <a:bodyPr/>
        <a:lstStyle/>
        <a:p>
          <a:endParaRPr lang="en-US"/>
        </a:p>
      </dgm:t>
    </dgm:pt>
    <dgm:pt modelId="{855D0FB9-D2F0-4BF0-BD0B-CB30EA9A4521}">
      <dgm:prSet custT="1"/>
      <dgm:spPr/>
      <dgm:t>
        <a:bodyPr/>
        <a:lstStyle/>
        <a:p>
          <a:r>
            <a:rPr lang="en-US" sz="2800" b="1" dirty="0">
              <a:latin typeface="Cambria" panose="02040503050406030204" pitchFamily="18" charset="0"/>
            </a:rPr>
            <a:t>Chuyển đổi địa chỉ</a:t>
          </a:r>
        </a:p>
      </dgm:t>
    </dgm:pt>
    <dgm:pt modelId="{EFF8F687-F55A-4A73-9A34-1B3A8920A42D}" type="parTrans" cxnId="{C32B46D5-FC68-49EF-9335-87E81ED82B27}">
      <dgm:prSet/>
      <dgm:spPr/>
      <dgm:t>
        <a:bodyPr/>
        <a:lstStyle/>
        <a:p>
          <a:endParaRPr lang="en-US"/>
        </a:p>
      </dgm:t>
    </dgm:pt>
    <dgm:pt modelId="{5F6C14A8-CE53-4D78-A94D-BE6325228FB3}" type="sibTrans" cxnId="{C32B46D5-FC68-49EF-9335-87E81ED82B27}">
      <dgm:prSet/>
      <dgm:spPr/>
      <dgm:t>
        <a:bodyPr/>
        <a:lstStyle/>
        <a:p>
          <a:endParaRPr lang="en-US"/>
        </a:p>
      </dgm:t>
    </dgm:pt>
    <dgm:pt modelId="{CCC12EB0-1D64-4B9C-ABD8-2F17E55E3D16}">
      <dgm:prSet custT="1"/>
      <dgm:spPr/>
      <dgm:t>
        <a:bodyPr/>
        <a:lstStyle/>
        <a:p>
          <a:r>
            <a:rPr lang="vi-VN" sz="2800" b="1" dirty="0">
              <a:latin typeface="Cambria" panose="02040503050406030204" pitchFamily="18" charset="0"/>
            </a:rPr>
            <a:t>Các kỹ thuật tối ưu</a:t>
          </a:r>
          <a:r>
            <a:rPr lang="en-US" sz="2800" b="1" dirty="0">
              <a:latin typeface="Cambria" panose="02040503050406030204" pitchFamily="18" charset="0"/>
            </a:rPr>
            <a:t> sử dụng</a:t>
          </a:r>
          <a:r>
            <a:rPr lang="vi-VN" sz="2800" b="1" dirty="0">
              <a:latin typeface="Cambria" panose="02040503050406030204" pitchFamily="18" charset="0"/>
            </a:rPr>
            <a:t> bộ nhớ</a:t>
          </a:r>
          <a:endParaRPr lang="en-US" sz="2800" b="1" dirty="0">
            <a:latin typeface="Cambria" panose="02040503050406030204" pitchFamily="18" charset="0"/>
          </a:endParaRPr>
        </a:p>
      </dgm:t>
    </dgm:pt>
    <dgm:pt modelId="{8DE63242-4207-4093-BFDC-88D3D7C8FFF0}" type="parTrans" cxnId="{CD37FE35-EEA0-481D-B37B-AE931ABD9C39}">
      <dgm:prSet/>
      <dgm:spPr/>
      <dgm:t>
        <a:bodyPr/>
        <a:lstStyle/>
        <a:p>
          <a:endParaRPr lang="en-US"/>
        </a:p>
      </dgm:t>
    </dgm:pt>
    <dgm:pt modelId="{C9B3A4B8-9C41-4A41-94DF-1DF80F1E995F}" type="sibTrans" cxnId="{CD37FE35-EEA0-481D-B37B-AE931ABD9C39}">
      <dgm:prSet/>
      <dgm:spPr/>
      <dgm:t>
        <a:bodyPr/>
        <a:lstStyle/>
        <a:p>
          <a:endParaRPr lang="en-US"/>
        </a:p>
      </dgm:t>
    </dgm:pt>
    <dgm:pt modelId="{442E1500-09D7-4674-B0F2-8B5D2B12B730}">
      <dgm:prSet custT="1"/>
      <dgm:spPr/>
      <dgm:t>
        <a:bodyPr/>
        <a:lstStyle/>
        <a:p>
          <a:r>
            <a:rPr lang="en-US" sz="2800" b="1" dirty="0">
              <a:latin typeface="Cambria" panose="02040503050406030204" pitchFamily="18" charset="0"/>
            </a:rPr>
            <a:t>Cấp phát bộ nhớ cho tiến trình</a:t>
          </a:r>
        </a:p>
      </dgm:t>
    </dgm:pt>
    <dgm:pt modelId="{494BAFB8-2C89-4079-9BF5-FE1C6158C014}" type="parTrans" cxnId="{493170C5-90C9-4A6B-81F1-20505D33A783}">
      <dgm:prSet/>
      <dgm:spPr/>
      <dgm:t>
        <a:bodyPr/>
        <a:lstStyle/>
        <a:p>
          <a:endParaRPr lang="en-US"/>
        </a:p>
      </dgm:t>
    </dgm:pt>
    <dgm:pt modelId="{8557DD54-E891-4B33-8497-0A216D6935CC}" type="sibTrans" cxnId="{493170C5-90C9-4A6B-81F1-20505D33A783}">
      <dgm:prSet/>
      <dgm:spPr/>
      <dgm:t>
        <a:bodyPr/>
        <a:lstStyle/>
        <a:p>
          <a:endParaRPr lang="en-US"/>
        </a:p>
      </dgm:t>
    </dgm:pt>
    <dgm:pt modelId="{1E96B980-EDBE-4E5A-8E79-D82CC2453C8B}">
      <dgm:prSet custT="1"/>
      <dgm:spPr/>
      <dgm:t>
        <a:bodyPr/>
        <a:lstStyle/>
        <a:p>
          <a:r>
            <a:rPr lang="en-US" sz="2800" b="1">
              <a:latin typeface="Cambria" panose="02040503050406030204" pitchFamily="18" charset="0"/>
            </a:rPr>
            <a:t>Kỹ thuật Phân trang (paging)</a:t>
          </a:r>
          <a:endParaRPr lang="en-US" sz="2800" b="1" dirty="0">
            <a:latin typeface="Cambria" panose="02040503050406030204" pitchFamily="18" charset="0"/>
          </a:endParaRPr>
        </a:p>
      </dgm:t>
    </dgm:pt>
    <dgm:pt modelId="{E8DC1337-DB24-4BB8-A87C-6C9F0D6E49E6}" type="parTrans" cxnId="{79D6E928-B3EC-451F-83D1-BBB9532E2382}">
      <dgm:prSet/>
      <dgm:spPr/>
      <dgm:t>
        <a:bodyPr/>
        <a:lstStyle/>
        <a:p>
          <a:endParaRPr lang="en-US"/>
        </a:p>
      </dgm:t>
    </dgm:pt>
    <dgm:pt modelId="{EEEEB001-4133-4552-B313-97EA6DDB0DF4}" type="sibTrans" cxnId="{79D6E928-B3EC-451F-83D1-BBB9532E2382}">
      <dgm:prSet/>
      <dgm:spPr/>
      <dgm:t>
        <a:bodyPr/>
        <a:lstStyle/>
        <a:p>
          <a:endParaRPr lang="en-US"/>
        </a:p>
      </dgm:t>
    </dgm:pt>
    <dgm:pt modelId="{9BB85827-B5FA-4C53-B83D-9E672F5FB57D}">
      <dgm:prSet custT="1"/>
      <dgm:spPr/>
      <dgm:t>
        <a:bodyPr/>
        <a:lstStyle/>
        <a:p>
          <a:r>
            <a:rPr lang="en-US" sz="2800" b="1" dirty="0">
              <a:latin typeface="Cambria" panose="02040503050406030204" pitchFamily="18" charset="0"/>
            </a:rPr>
            <a:t>Thay thế trang (Page Replacement) </a:t>
          </a:r>
        </a:p>
      </dgm:t>
    </dgm:pt>
    <dgm:pt modelId="{EE0A4471-3014-4EAA-8F90-E1838FE9200E}" type="parTrans" cxnId="{7C0F47E0-2AF2-42FB-93B4-7684C001EF6C}">
      <dgm:prSet/>
      <dgm:spPr/>
      <dgm:t>
        <a:bodyPr/>
        <a:lstStyle/>
        <a:p>
          <a:endParaRPr lang="en-US"/>
        </a:p>
      </dgm:t>
    </dgm:pt>
    <dgm:pt modelId="{23917083-F41F-4E5F-A038-66D8A9B3EA81}" type="sibTrans" cxnId="{7C0F47E0-2AF2-42FB-93B4-7684C001EF6C}">
      <dgm:prSet/>
      <dgm:spPr/>
      <dgm:t>
        <a:bodyPr/>
        <a:lstStyle/>
        <a:p>
          <a:endParaRPr lang="en-US"/>
        </a:p>
      </dgm:t>
    </dgm:pt>
    <dgm:pt modelId="{1AE15E6E-8DB9-4B54-85B3-27D8094788E6}">
      <dgm:prSet custT="1"/>
      <dgm:spPr/>
      <dgm:t>
        <a:bodyPr/>
        <a:lstStyle/>
        <a:p>
          <a:r>
            <a:rPr lang="en-US" sz="2800" b="1">
              <a:latin typeface="Cambria" panose="02040503050406030204" pitchFamily="18" charset="0"/>
            </a:rPr>
            <a:t>Kỹ thuật Phân đoạn (Segmentation)</a:t>
          </a:r>
          <a:endParaRPr lang="en-US" sz="2800" b="1" dirty="0">
            <a:latin typeface="Cambria" panose="02040503050406030204" pitchFamily="18" charset="0"/>
          </a:endParaRPr>
        </a:p>
      </dgm:t>
    </dgm:pt>
    <dgm:pt modelId="{836733AA-05DA-4F6C-8D46-D763657C8D1A}" type="parTrans" cxnId="{374CF150-718E-4EC2-8767-21EE29C1E546}">
      <dgm:prSet/>
      <dgm:spPr/>
    </dgm:pt>
    <dgm:pt modelId="{7FAEC020-FEEF-4F43-A029-8FECE68F814B}" type="sibTrans" cxnId="{374CF150-718E-4EC2-8767-21EE29C1E546}">
      <dgm:prSet/>
      <dgm:spPr/>
    </dgm:pt>
    <dgm:pt modelId="{892B9C1E-E0F4-4033-9C97-49C5EC325ADC}" type="pres">
      <dgm:prSet presAssocID="{DEB555C2-7CAD-449F-9119-90DAED355F86}" presName="linear" presStyleCnt="0">
        <dgm:presLayoutVars>
          <dgm:dir/>
          <dgm:animLvl val="lvl"/>
          <dgm:resizeHandles val="exact"/>
        </dgm:presLayoutVars>
      </dgm:prSet>
      <dgm:spPr/>
    </dgm:pt>
    <dgm:pt modelId="{D4F04992-42B3-47B2-8685-E5D6EBE2689D}" type="pres">
      <dgm:prSet presAssocID="{136127BC-4F9B-4178-A773-6EE204C529FD}" presName="parentLin" presStyleCnt="0"/>
      <dgm:spPr/>
    </dgm:pt>
    <dgm:pt modelId="{5B41A03C-4C7F-4253-877A-141E644E43F9}" type="pres">
      <dgm:prSet presAssocID="{136127BC-4F9B-4178-A773-6EE204C529FD}" presName="parentLeftMargin" presStyleLbl="node1" presStyleIdx="0" presStyleCnt="7"/>
      <dgm:spPr/>
    </dgm:pt>
    <dgm:pt modelId="{00C0E690-CCAB-4FE8-AF54-3444D245118D}" type="pres">
      <dgm:prSet presAssocID="{136127BC-4F9B-4178-A773-6EE204C529FD}" presName="parentText" presStyleLbl="node1" presStyleIdx="0" presStyleCnt="7" custScaleX="107653">
        <dgm:presLayoutVars>
          <dgm:chMax val="0"/>
          <dgm:bulletEnabled val="1"/>
        </dgm:presLayoutVars>
      </dgm:prSet>
      <dgm:spPr/>
    </dgm:pt>
    <dgm:pt modelId="{9A14B65F-4146-4706-B0C3-D23060770E8E}" type="pres">
      <dgm:prSet presAssocID="{136127BC-4F9B-4178-A773-6EE204C529FD}" presName="negativeSpace" presStyleCnt="0"/>
      <dgm:spPr/>
    </dgm:pt>
    <dgm:pt modelId="{53002A7F-EF93-4CF8-B928-181884483E9F}" type="pres">
      <dgm:prSet presAssocID="{136127BC-4F9B-4178-A773-6EE204C529FD}" presName="childText" presStyleLbl="conFgAcc1" presStyleIdx="0" presStyleCnt="7">
        <dgm:presLayoutVars>
          <dgm:bulletEnabled val="1"/>
        </dgm:presLayoutVars>
      </dgm:prSet>
      <dgm:spPr/>
    </dgm:pt>
    <dgm:pt modelId="{47541B2C-8EA4-4D4C-87D8-7055F1B39737}" type="pres">
      <dgm:prSet presAssocID="{40505F74-E7CE-4194-B4DD-879D84EA6130}" presName="spaceBetweenRectangles" presStyleCnt="0"/>
      <dgm:spPr/>
    </dgm:pt>
    <dgm:pt modelId="{1EA04458-F772-4A29-A9AD-1B491D68C599}" type="pres">
      <dgm:prSet presAssocID="{855D0FB9-D2F0-4BF0-BD0B-CB30EA9A4521}" presName="parentLin" presStyleCnt="0"/>
      <dgm:spPr/>
    </dgm:pt>
    <dgm:pt modelId="{32733B5A-A26D-4183-A626-3F98E4B3B244}" type="pres">
      <dgm:prSet presAssocID="{855D0FB9-D2F0-4BF0-BD0B-CB30EA9A4521}" presName="parentLeftMargin" presStyleLbl="node1" presStyleIdx="0" presStyleCnt="7"/>
      <dgm:spPr/>
    </dgm:pt>
    <dgm:pt modelId="{27990F3B-504B-428E-96EE-3F550EC3EE7F}" type="pres">
      <dgm:prSet presAssocID="{855D0FB9-D2F0-4BF0-BD0B-CB30EA9A4521}" presName="parentText" presStyleLbl="node1" presStyleIdx="1" presStyleCnt="7" custScaleX="107653">
        <dgm:presLayoutVars>
          <dgm:chMax val="0"/>
          <dgm:bulletEnabled val="1"/>
        </dgm:presLayoutVars>
      </dgm:prSet>
      <dgm:spPr/>
    </dgm:pt>
    <dgm:pt modelId="{E87BA078-3C6B-4596-9A19-CE4CE3768811}" type="pres">
      <dgm:prSet presAssocID="{855D0FB9-D2F0-4BF0-BD0B-CB30EA9A4521}" presName="negativeSpace" presStyleCnt="0"/>
      <dgm:spPr/>
    </dgm:pt>
    <dgm:pt modelId="{0EE1AA6B-66B9-4EE5-9E8B-C6D8CD5663BA}" type="pres">
      <dgm:prSet presAssocID="{855D0FB9-D2F0-4BF0-BD0B-CB30EA9A4521}" presName="childText" presStyleLbl="conFgAcc1" presStyleIdx="1" presStyleCnt="7">
        <dgm:presLayoutVars>
          <dgm:bulletEnabled val="1"/>
        </dgm:presLayoutVars>
      </dgm:prSet>
      <dgm:spPr/>
    </dgm:pt>
    <dgm:pt modelId="{D15D1A63-E512-4424-9166-C462BD2C9C76}" type="pres">
      <dgm:prSet presAssocID="{5F6C14A8-CE53-4D78-A94D-BE6325228FB3}" presName="spaceBetweenRectangles" presStyleCnt="0"/>
      <dgm:spPr/>
    </dgm:pt>
    <dgm:pt modelId="{06973783-1639-473E-95C3-D6102F7DFA6D}" type="pres">
      <dgm:prSet presAssocID="{CCC12EB0-1D64-4B9C-ABD8-2F17E55E3D16}" presName="parentLin" presStyleCnt="0"/>
      <dgm:spPr/>
    </dgm:pt>
    <dgm:pt modelId="{54946BDA-91DA-4432-9408-2B1AEFF7ADC0}" type="pres">
      <dgm:prSet presAssocID="{CCC12EB0-1D64-4B9C-ABD8-2F17E55E3D16}" presName="parentLeftMargin" presStyleLbl="node1" presStyleIdx="1" presStyleCnt="7"/>
      <dgm:spPr/>
    </dgm:pt>
    <dgm:pt modelId="{54B0246D-4B6F-4626-B33A-9D3BD89F14EA}" type="pres">
      <dgm:prSet presAssocID="{CCC12EB0-1D64-4B9C-ABD8-2F17E55E3D16}" presName="parentText" presStyleLbl="node1" presStyleIdx="2" presStyleCnt="7" custScaleX="107653">
        <dgm:presLayoutVars>
          <dgm:chMax val="0"/>
          <dgm:bulletEnabled val="1"/>
        </dgm:presLayoutVars>
      </dgm:prSet>
      <dgm:spPr/>
    </dgm:pt>
    <dgm:pt modelId="{9609C47E-7B0F-44B8-B60D-67AC983B05F1}" type="pres">
      <dgm:prSet presAssocID="{CCC12EB0-1D64-4B9C-ABD8-2F17E55E3D16}" presName="negativeSpace" presStyleCnt="0"/>
      <dgm:spPr/>
    </dgm:pt>
    <dgm:pt modelId="{9D2A5882-CF3A-452C-853B-1CCD2C2E38D5}" type="pres">
      <dgm:prSet presAssocID="{CCC12EB0-1D64-4B9C-ABD8-2F17E55E3D16}" presName="childText" presStyleLbl="conFgAcc1" presStyleIdx="2" presStyleCnt="7">
        <dgm:presLayoutVars>
          <dgm:bulletEnabled val="1"/>
        </dgm:presLayoutVars>
      </dgm:prSet>
      <dgm:spPr/>
    </dgm:pt>
    <dgm:pt modelId="{4038A018-4071-4122-807C-66783CBB9505}" type="pres">
      <dgm:prSet presAssocID="{C9B3A4B8-9C41-4A41-94DF-1DF80F1E995F}" presName="spaceBetweenRectangles" presStyleCnt="0"/>
      <dgm:spPr/>
    </dgm:pt>
    <dgm:pt modelId="{61394D13-616E-4529-AA25-189252A0A5FC}" type="pres">
      <dgm:prSet presAssocID="{442E1500-09D7-4674-B0F2-8B5D2B12B730}" presName="parentLin" presStyleCnt="0"/>
      <dgm:spPr/>
    </dgm:pt>
    <dgm:pt modelId="{39639C50-59C0-40D6-8A90-0EF9FEAD2111}" type="pres">
      <dgm:prSet presAssocID="{442E1500-09D7-4674-B0F2-8B5D2B12B730}" presName="parentLeftMargin" presStyleLbl="node1" presStyleIdx="2" presStyleCnt="7"/>
      <dgm:spPr/>
    </dgm:pt>
    <dgm:pt modelId="{78AA8EEA-F9AF-464D-9615-120FAB2747B1}" type="pres">
      <dgm:prSet presAssocID="{442E1500-09D7-4674-B0F2-8B5D2B12B730}" presName="parentText" presStyleLbl="node1" presStyleIdx="3" presStyleCnt="7" custScaleX="107653">
        <dgm:presLayoutVars>
          <dgm:chMax val="0"/>
          <dgm:bulletEnabled val="1"/>
        </dgm:presLayoutVars>
      </dgm:prSet>
      <dgm:spPr/>
    </dgm:pt>
    <dgm:pt modelId="{47960DD6-210A-44D5-8DE7-FB3FD0441338}" type="pres">
      <dgm:prSet presAssocID="{442E1500-09D7-4674-B0F2-8B5D2B12B730}" presName="negativeSpace" presStyleCnt="0"/>
      <dgm:spPr/>
    </dgm:pt>
    <dgm:pt modelId="{1236F482-D3C1-46E7-AB36-78CB3AE244ED}" type="pres">
      <dgm:prSet presAssocID="{442E1500-09D7-4674-B0F2-8B5D2B12B730}" presName="childText" presStyleLbl="conFgAcc1" presStyleIdx="3" presStyleCnt="7">
        <dgm:presLayoutVars>
          <dgm:bulletEnabled val="1"/>
        </dgm:presLayoutVars>
      </dgm:prSet>
      <dgm:spPr/>
    </dgm:pt>
    <dgm:pt modelId="{B54AF027-B61C-4736-9E09-240B8B048BD9}" type="pres">
      <dgm:prSet presAssocID="{8557DD54-E891-4B33-8497-0A216D6935CC}" presName="spaceBetweenRectangles" presStyleCnt="0"/>
      <dgm:spPr/>
    </dgm:pt>
    <dgm:pt modelId="{B555A6E2-A2BF-40D5-8BA8-080A210DF852}" type="pres">
      <dgm:prSet presAssocID="{1E96B980-EDBE-4E5A-8E79-D82CC2453C8B}" presName="parentLin" presStyleCnt="0"/>
      <dgm:spPr/>
    </dgm:pt>
    <dgm:pt modelId="{6F3F401A-4E14-432F-960F-F608C0B1D445}" type="pres">
      <dgm:prSet presAssocID="{1E96B980-EDBE-4E5A-8E79-D82CC2453C8B}" presName="parentLeftMargin" presStyleLbl="node1" presStyleIdx="3" presStyleCnt="7"/>
      <dgm:spPr/>
    </dgm:pt>
    <dgm:pt modelId="{F1EA6102-B240-4F81-9E6A-64F080D1BE13}" type="pres">
      <dgm:prSet presAssocID="{1E96B980-EDBE-4E5A-8E79-D82CC2453C8B}" presName="parentText" presStyleLbl="node1" presStyleIdx="4" presStyleCnt="7" custScaleX="107653">
        <dgm:presLayoutVars>
          <dgm:chMax val="0"/>
          <dgm:bulletEnabled val="1"/>
        </dgm:presLayoutVars>
      </dgm:prSet>
      <dgm:spPr/>
    </dgm:pt>
    <dgm:pt modelId="{7756270F-300C-4FDA-BF11-A1C5F4DA0135}" type="pres">
      <dgm:prSet presAssocID="{1E96B980-EDBE-4E5A-8E79-D82CC2453C8B}" presName="negativeSpace" presStyleCnt="0"/>
      <dgm:spPr/>
    </dgm:pt>
    <dgm:pt modelId="{470C2254-534E-424C-B327-5D5C1A7447F6}" type="pres">
      <dgm:prSet presAssocID="{1E96B980-EDBE-4E5A-8E79-D82CC2453C8B}" presName="childText" presStyleLbl="conFgAcc1" presStyleIdx="4" presStyleCnt="7">
        <dgm:presLayoutVars>
          <dgm:bulletEnabled val="1"/>
        </dgm:presLayoutVars>
      </dgm:prSet>
      <dgm:spPr/>
    </dgm:pt>
    <dgm:pt modelId="{817F413F-B681-4502-B0D9-0060517434BB}" type="pres">
      <dgm:prSet presAssocID="{EEEEB001-4133-4552-B313-97EA6DDB0DF4}" presName="spaceBetweenRectangles" presStyleCnt="0"/>
      <dgm:spPr/>
    </dgm:pt>
    <dgm:pt modelId="{7EDF0310-513F-46AC-B683-1C1FD6BF9924}" type="pres">
      <dgm:prSet presAssocID="{9BB85827-B5FA-4C53-B83D-9E672F5FB57D}" presName="parentLin" presStyleCnt="0"/>
      <dgm:spPr/>
    </dgm:pt>
    <dgm:pt modelId="{53EE8453-00BC-4383-802E-79800A31762E}" type="pres">
      <dgm:prSet presAssocID="{9BB85827-B5FA-4C53-B83D-9E672F5FB57D}" presName="parentLeftMargin" presStyleLbl="node1" presStyleIdx="4" presStyleCnt="7"/>
      <dgm:spPr/>
    </dgm:pt>
    <dgm:pt modelId="{C3D73058-0FB9-4964-983E-EA87E91D719F}" type="pres">
      <dgm:prSet presAssocID="{9BB85827-B5FA-4C53-B83D-9E672F5FB57D}" presName="parentText" presStyleLbl="node1" presStyleIdx="5" presStyleCnt="7" custScaleX="107653">
        <dgm:presLayoutVars>
          <dgm:chMax val="0"/>
          <dgm:bulletEnabled val="1"/>
        </dgm:presLayoutVars>
      </dgm:prSet>
      <dgm:spPr/>
    </dgm:pt>
    <dgm:pt modelId="{77A6C7C2-F758-413B-8E53-FFD313C93893}" type="pres">
      <dgm:prSet presAssocID="{9BB85827-B5FA-4C53-B83D-9E672F5FB57D}" presName="negativeSpace" presStyleCnt="0"/>
      <dgm:spPr/>
    </dgm:pt>
    <dgm:pt modelId="{DC45D745-F429-4652-A7CE-0D68F06722C0}" type="pres">
      <dgm:prSet presAssocID="{9BB85827-B5FA-4C53-B83D-9E672F5FB57D}" presName="childText" presStyleLbl="conFgAcc1" presStyleIdx="5" presStyleCnt="7">
        <dgm:presLayoutVars>
          <dgm:bulletEnabled val="1"/>
        </dgm:presLayoutVars>
      </dgm:prSet>
      <dgm:spPr/>
    </dgm:pt>
    <dgm:pt modelId="{E7CC148C-B707-4EFB-9B90-B9CD60D67837}" type="pres">
      <dgm:prSet presAssocID="{23917083-F41F-4E5F-A038-66D8A9B3EA81}" presName="spaceBetweenRectangles" presStyleCnt="0"/>
      <dgm:spPr/>
    </dgm:pt>
    <dgm:pt modelId="{74835B7A-4AAC-461A-9EEF-F8319F5087A8}" type="pres">
      <dgm:prSet presAssocID="{1AE15E6E-8DB9-4B54-85B3-27D8094788E6}" presName="parentLin" presStyleCnt="0"/>
      <dgm:spPr/>
    </dgm:pt>
    <dgm:pt modelId="{44AADDAA-F87B-4873-9620-3629355505AA}" type="pres">
      <dgm:prSet presAssocID="{1AE15E6E-8DB9-4B54-85B3-27D8094788E6}" presName="parentLeftMargin" presStyleLbl="node1" presStyleIdx="5" presStyleCnt="7"/>
      <dgm:spPr/>
    </dgm:pt>
    <dgm:pt modelId="{63DE40E4-1C9F-4365-A89A-C4B81840204A}" type="pres">
      <dgm:prSet presAssocID="{1AE15E6E-8DB9-4B54-85B3-27D8094788E6}" presName="parentText" presStyleLbl="node1" presStyleIdx="6" presStyleCnt="7" custScaleX="107653">
        <dgm:presLayoutVars>
          <dgm:chMax val="0"/>
          <dgm:bulletEnabled val="1"/>
        </dgm:presLayoutVars>
      </dgm:prSet>
      <dgm:spPr/>
    </dgm:pt>
    <dgm:pt modelId="{23D2BB82-E8C0-43C9-886E-A56CC209F792}" type="pres">
      <dgm:prSet presAssocID="{1AE15E6E-8DB9-4B54-85B3-27D8094788E6}" presName="negativeSpace" presStyleCnt="0"/>
      <dgm:spPr/>
    </dgm:pt>
    <dgm:pt modelId="{0E251870-DDCB-4D68-A233-1BF3680AD472}" type="pres">
      <dgm:prSet presAssocID="{1AE15E6E-8DB9-4B54-85B3-27D8094788E6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BEB74D01-449C-40E5-BF4A-1FCFF5ED719C}" type="presOf" srcId="{9BB85827-B5FA-4C53-B83D-9E672F5FB57D}" destId="{C3D73058-0FB9-4964-983E-EA87E91D719F}" srcOrd="1" destOrd="0" presId="urn:microsoft.com/office/officeart/2005/8/layout/list1"/>
    <dgm:cxn modelId="{945DFF08-19DD-4735-BB9D-EA948D8A8E7C}" type="presOf" srcId="{136127BC-4F9B-4178-A773-6EE204C529FD}" destId="{00C0E690-CCAB-4FE8-AF54-3444D245118D}" srcOrd="1" destOrd="0" presId="urn:microsoft.com/office/officeart/2005/8/layout/list1"/>
    <dgm:cxn modelId="{1A7E340D-6A41-4CD3-9620-4F36D5DB7ABF}" type="presOf" srcId="{DEB555C2-7CAD-449F-9119-90DAED355F86}" destId="{892B9C1E-E0F4-4033-9C97-49C5EC325ADC}" srcOrd="0" destOrd="0" presId="urn:microsoft.com/office/officeart/2005/8/layout/list1"/>
    <dgm:cxn modelId="{11A0EA11-4072-4CB3-AB32-B8AA1BC351EE}" type="presOf" srcId="{136127BC-4F9B-4178-A773-6EE204C529FD}" destId="{5B41A03C-4C7F-4253-877A-141E644E43F9}" srcOrd="0" destOrd="0" presId="urn:microsoft.com/office/officeart/2005/8/layout/list1"/>
    <dgm:cxn modelId="{5F5BAF1B-F043-4C09-917C-B865593A63C6}" type="presOf" srcId="{855D0FB9-D2F0-4BF0-BD0B-CB30EA9A4521}" destId="{27990F3B-504B-428E-96EE-3F550EC3EE7F}" srcOrd="1" destOrd="0" presId="urn:microsoft.com/office/officeart/2005/8/layout/list1"/>
    <dgm:cxn modelId="{79D6E928-B3EC-451F-83D1-BBB9532E2382}" srcId="{DEB555C2-7CAD-449F-9119-90DAED355F86}" destId="{1E96B980-EDBE-4E5A-8E79-D82CC2453C8B}" srcOrd="4" destOrd="0" parTransId="{E8DC1337-DB24-4BB8-A87C-6C9F0D6E49E6}" sibTransId="{EEEEB001-4133-4552-B313-97EA6DDB0DF4}"/>
    <dgm:cxn modelId="{7C0C5735-1720-4C99-BD1D-7375A4B94CE3}" srcId="{DEB555C2-7CAD-449F-9119-90DAED355F86}" destId="{136127BC-4F9B-4178-A773-6EE204C529FD}" srcOrd="0" destOrd="0" parTransId="{F8C3900F-AFAB-42A4-B359-B52786F6E890}" sibTransId="{40505F74-E7CE-4194-B4DD-879D84EA6130}"/>
    <dgm:cxn modelId="{CD37FE35-EEA0-481D-B37B-AE931ABD9C39}" srcId="{DEB555C2-7CAD-449F-9119-90DAED355F86}" destId="{CCC12EB0-1D64-4B9C-ABD8-2F17E55E3D16}" srcOrd="2" destOrd="0" parTransId="{8DE63242-4207-4093-BFDC-88D3D7C8FFF0}" sibTransId="{C9B3A4B8-9C41-4A41-94DF-1DF80F1E995F}"/>
    <dgm:cxn modelId="{C417BE67-81A7-4523-806B-2238D1BF9815}" type="presOf" srcId="{1E96B980-EDBE-4E5A-8E79-D82CC2453C8B}" destId="{F1EA6102-B240-4F81-9E6A-64F080D1BE13}" srcOrd="1" destOrd="0" presId="urn:microsoft.com/office/officeart/2005/8/layout/list1"/>
    <dgm:cxn modelId="{374CF150-718E-4EC2-8767-21EE29C1E546}" srcId="{DEB555C2-7CAD-449F-9119-90DAED355F86}" destId="{1AE15E6E-8DB9-4B54-85B3-27D8094788E6}" srcOrd="6" destOrd="0" parTransId="{836733AA-05DA-4F6C-8D46-D763657C8D1A}" sibTransId="{7FAEC020-FEEF-4F43-A029-8FECE68F814B}"/>
    <dgm:cxn modelId="{E50FB971-CFA2-4BBE-92C0-5AD028EF7FEC}" type="presOf" srcId="{1AE15E6E-8DB9-4B54-85B3-27D8094788E6}" destId="{63DE40E4-1C9F-4365-A89A-C4B81840204A}" srcOrd="1" destOrd="0" presId="urn:microsoft.com/office/officeart/2005/8/layout/list1"/>
    <dgm:cxn modelId="{EF506F72-BEA7-402D-A10C-347B66AFEAF8}" type="presOf" srcId="{1AE15E6E-8DB9-4B54-85B3-27D8094788E6}" destId="{44AADDAA-F87B-4873-9620-3629355505AA}" srcOrd="0" destOrd="0" presId="urn:microsoft.com/office/officeart/2005/8/layout/list1"/>
    <dgm:cxn modelId="{7A00E797-7CCE-415B-B391-608314DDEEF6}" type="presOf" srcId="{442E1500-09D7-4674-B0F2-8B5D2B12B730}" destId="{78AA8EEA-F9AF-464D-9615-120FAB2747B1}" srcOrd="1" destOrd="0" presId="urn:microsoft.com/office/officeart/2005/8/layout/list1"/>
    <dgm:cxn modelId="{4E67ED97-8C7A-4F10-9C19-092477928906}" type="presOf" srcId="{1E96B980-EDBE-4E5A-8E79-D82CC2453C8B}" destId="{6F3F401A-4E14-432F-960F-F608C0B1D445}" srcOrd="0" destOrd="0" presId="urn:microsoft.com/office/officeart/2005/8/layout/list1"/>
    <dgm:cxn modelId="{6BA254A8-2C92-44B3-90C6-8B62E325FDD8}" type="presOf" srcId="{442E1500-09D7-4674-B0F2-8B5D2B12B730}" destId="{39639C50-59C0-40D6-8A90-0EF9FEAD2111}" srcOrd="0" destOrd="0" presId="urn:microsoft.com/office/officeart/2005/8/layout/list1"/>
    <dgm:cxn modelId="{45B036B3-BEED-4C80-94FB-6B76B29E834A}" type="presOf" srcId="{CCC12EB0-1D64-4B9C-ABD8-2F17E55E3D16}" destId="{54B0246D-4B6F-4626-B33A-9D3BD89F14EA}" srcOrd="1" destOrd="0" presId="urn:microsoft.com/office/officeart/2005/8/layout/list1"/>
    <dgm:cxn modelId="{493170C5-90C9-4A6B-81F1-20505D33A783}" srcId="{DEB555C2-7CAD-449F-9119-90DAED355F86}" destId="{442E1500-09D7-4674-B0F2-8B5D2B12B730}" srcOrd="3" destOrd="0" parTransId="{494BAFB8-2C89-4079-9BF5-FE1C6158C014}" sibTransId="{8557DD54-E891-4B33-8497-0A216D6935CC}"/>
    <dgm:cxn modelId="{902D63CD-2A0B-4302-A208-C1BEA1A6B313}" type="presOf" srcId="{9BB85827-B5FA-4C53-B83D-9E672F5FB57D}" destId="{53EE8453-00BC-4383-802E-79800A31762E}" srcOrd="0" destOrd="0" presId="urn:microsoft.com/office/officeart/2005/8/layout/list1"/>
    <dgm:cxn modelId="{C32B46D5-FC68-49EF-9335-87E81ED82B27}" srcId="{DEB555C2-7CAD-449F-9119-90DAED355F86}" destId="{855D0FB9-D2F0-4BF0-BD0B-CB30EA9A4521}" srcOrd="1" destOrd="0" parTransId="{EFF8F687-F55A-4A73-9A34-1B3A8920A42D}" sibTransId="{5F6C14A8-CE53-4D78-A94D-BE6325228FB3}"/>
    <dgm:cxn modelId="{7C0F47E0-2AF2-42FB-93B4-7684C001EF6C}" srcId="{DEB555C2-7CAD-449F-9119-90DAED355F86}" destId="{9BB85827-B5FA-4C53-B83D-9E672F5FB57D}" srcOrd="5" destOrd="0" parTransId="{EE0A4471-3014-4EAA-8F90-E1838FE9200E}" sibTransId="{23917083-F41F-4E5F-A038-66D8A9B3EA81}"/>
    <dgm:cxn modelId="{0FD4DEE0-88CC-45C0-A48E-79B4D705062E}" type="presOf" srcId="{CCC12EB0-1D64-4B9C-ABD8-2F17E55E3D16}" destId="{54946BDA-91DA-4432-9408-2B1AEFF7ADC0}" srcOrd="0" destOrd="0" presId="urn:microsoft.com/office/officeart/2005/8/layout/list1"/>
    <dgm:cxn modelId="{4ECB6AED-27A7-4A98-A237-71BF4FC75678}" type="presOf" srcId="{855D0FB9-D2F0-4BF0-BD0B-CB30EA9A4521}" destId="{32733B5A-A26D-4183-A626-3F98E4B3B244}" srcOrd="0" destOrd="0" presId="urn:microsoft.com/office/officeart/2005/8/layout/list1"/>
    <dgm:cxn modelId="{A6BEEF78-921B-4994-A9C7-D8AE8637D1BA}" type="presParOf" srcId="{892B9C1E-E0F4-4033-9C97-49C5EC325ADC}" destId="{D4F04992-42B3-47B2-8685-E5D6EBE2689D}" srcOrd="0" destOrd="0" presId="urn:microsoft.com/office/officeart/2005/8/layout/list1"/>
    <dgm:cxn modelId="{D1E37303-78C2-4235-A75D-618EF03EA8F6}" type="presParOf" srcId="{D4F04992-42B3-47B2-8685-E5D6EBE2689D}" destId="{5B41A03C-4C7F-4253-877A-141E644E43F9}" srcOrd="0" destOrd="0" presId="urn:microsoft.com/office/officeart/2005/8/layout/list1"/>
    <dgm:cxn modelId="{69DF1112-F536-407F-989A-FFFE14BB9043}" type="presParOf" srcId="{D4F04992-42B3-47B2-8685-E5D6EBE2689D}" destId="{00C0E690-CCAB-4FE8-AF54-3444D245118D}" srcOrd="1" destOrd="0" presId="urn:microsoft.com/office/officeart/2005/8/layout/list1"/>
    <dgm:cxn modelId="{87FB2283-96BF-40B7-8EEA-3F207A2678F2}" type="presParOf" srcId="{892B9C1E-E0F4-4033-9C97-49C5EC325ADC}" destId="{9A14B65F-4146-4706-B0C3-D23060770E8E}" srcOrd="1" destOrd="0" presId="urn:microsoft.com/office/officeart/2005/8/layout/list1"/>
    <dgm:cxn modelId="{F22C30C1-01DA-4C94-86F6-E6EC0544D0BE}" type="presParOf" srcId="{892B9C1E-E0F4-4033-9C97-49C5EC325ADC}" destId="{53002A7F-EF93-4CF8-B928-181884483E9F}" srcOrd="2" destOrd="0" presId="urn:microsoft.com/office/officeart/2005/8/layout/list1"/>
    <dgm:cxn modelId="{1EA67A50-C329-440B-BBDA-4205F5E6CC53}" type="presParOf" srcId="{892B9C1E-E0F4-4033-9C97-49C5EC325ADC}" destId="{47541B2C-8EA4-4D4C-87D8-7055F1B39737}" srcOrd="3" destOrd="0" presId="urn:microsoft.com/office/officeart/2005/8/layout/list1"/>
    <dgm:cxn modelId="{9104376D-E550-4D36-B525-53944C9B4018}" type="presParOf" srcId="{892B9C1E-E0F4-4033-9C97-49C5EC325ADC}" destId="{1EA04458-F772-4A29-A9AD-1B491D68C599}" srcOrd="4" destOrd="0" presId="urn:microsoft.com/office/officeart/2005/8/layout/list1"/>
    <dgm:cxn modelId="{CB6E34C0-D364-4448-B627-116C9B612AEA}" type="presParOf" srcId="{1EA04458-F772-4A29-A9AD-1B491D68C599}" destId="{32733B5A-A26D-4183-A626-3F98E4B3B244}" srcOrd="0" destOrd="0" presId="urn:microsoft.com/office/officeart/2005/8/layout/list1"/>
    <dgm:cxn modelId="{45F0807C-7149-48B9-96EE-298BB35B5A86}" type="presParOf" srcId="{1EA04458-F772-4A29-A9AD-1B491D68C599}" destId="{27990F3B-504B-428E-96EE-3F550EC3EE7F}" srcOrd="1" destOrd="0" presId="urn:microsoft.com/office/officeart/2005/8/layout/list1"/>
    <dgm:cxn modelId="{906431F2-2D28-495F-8322-F81D984C7A2B}" type="presParOf" srcId="{892B9C1E-E0F4-4033-9C97-49C5EC325ADC}" destId="{E87BA078-3C6B-4596-9A19-CE4CE3768811}" srcOrd="5" destOrd="0" presId="urn:microsoft.com/office/officeart/2005/8/layout/list1"/>
    <dgm:cxn modelId="{26EC074A-990D-4077-B984-92EC1CC794AE}" type="presParOf" srcId="{892B9C1E-E0F4-4033-9C97-49C5EC325ADC}" destId="{0EE1AA6B-66B9-4EE5-9E8B-C6D8CD5663BA}" srcOrd="6" destOrd="0" presId="urn:microsoft.com/office/officeart/2005/8/layout/list1"/>
    <dgm:cxn modelId="{902B4C65-0D2E-465D-B386-810FE94E1DFB}" type="presParOf" srcId="{892B9C1E-E0F4-4033-9C97-49C5EC325ADC}" destId="{D15D1A63-E512-4424-9166-C462BD2C9C76}" srcOrd="7" destOrd="0" presId="urn:microsoft.com/office/officeart/2005/8/layout/list1"/>
    <dgm:cxn modelId="{4C1DB630-8701-4845-A4B9-2F50362C90F7}" type="presParOf" srcId="{892B9C1E-E0F4-4033-9C97-49C5EC325ADC}" destId="{06973783-1639-473E-95C3-D6102F7DFA6D}" srcOrd="8" destOrd="0" presId="urn:microsoft.com/office/officeart/2005/8/layout/list1"/>
    <dgm:cxn modelId="{474C3B48-B61C-4775-8AE1-6C47FA914641}" type="presParOf" srcId="{06973783-1639-473E-95C3-D6102F7DFA6D}" destId="{54946BDA-91DA-4432-9408-2B1AEFF7ADC0}" srcOrd="0" destOrd="0" presId="urn:microsoft.com/office/officeart/2005/8/layout/list1"/>
    <dgm:cxn modelId="{FD1A63BC-A90D-4ACE-AD8F-961594A23E89}" type="presParOf" srcId="{06973783-1639-473E-95C3-D6102F7DFA6D}" destId="{54B0246D-4B6F-4626-B33A-9D3BD89F14EA}" srcOrd="1" destOrd="0" presId="urn:microsoft.com/office/officeart/2005/8/layout/list1"/>
    <dgm:cxn modelId="{004EB6B8-D8C9-435A-9443-C2E7DA81E3F4}" type="presParOf" srcId="{892B9C1E-E0F4-4033-9C97-49C5EC325ADC}" destId="{9609C47E-7B0F-44B8-B60D-67AC983B05F1}" srcOrd="9" destOrd="0" presId="urn:microsoft.com/office/officeart/2005/8/layout/list1"/>
    <dgm:cxn modelId="{9FE2F1A1-C71D-4EC5-B714-690700A28435}" type="presParOf" srcId="{892B9C1E-E0F4-4033-9C97-49C5EC325ADC}" destId="{9D2A5882-CF3A-452C-853B-1CCD2C2E38D5}" srcOrd="10" destOrd="0" presId="urn:microsoft.com/office/officeart/2005/8/layout/list1"/>
    <dgm:cxn modelId="{8A8D1AEC-122D-46F4-B7B9-8B0F586C6287}" type="presParOf" srcId="{892B9C1E-E0F4-4033-9C97-49C5EC325ADC}" destId="{4038A018-4071-4122-807C-66783CBB9505}" srcOrd="11" destOrd="0" presId="urn:microsoft.com/office/officeart/2005/8/layout/list1"/>
    <dgm:cxn modelId="{5CB74885-AA3F-4C60-9B24-765400861D57}" type="presParOf" srcId="{892B9C1E-E0F4-4033-9C97-49C5EC325ADC}" destId="{61394D13-616E-4529-AA25-189252A0A5FC}" srcOrd="12" destOrd="0" presId="urn:microsoft.com/office/officeart/2005/8/layout/list1"/>
    <dgm:cxn modelId="{E8C70E1D-E98F-4074-B13B-B8073E9B1B90}" type="presParOf" srcId="{61394D13-616E-4529-AA25-189252A0A5FC}" destId="{39639C50-59C0-40D6-8A90-0EF9FEAD2111}" srcOrd="0" destOrd="0" presId="urn:microsoft.com/office/officeart/2005/8/layout/list1"/>
    <dgm:cxn modelId="{0898FB1F-1E70-4841-B1A2-362EFE622F84}" type="presParOf" srcId="{61394D13-616E-4529-AA25-189252A0A5FC}" destId="{78AA8EEA-F9AF-464D-9615-120FAB2747B1}" srcOrd="1" destOrd="0" presId="urn:microsoft.com/office/officeart/2005/8/layout/list1"/>
    <dgm:cxn modelId="{26ADE8BA-1676-438B-BE75-DE75C7C83390}" type="presParOf" srcId="{892B9C1E-E0F4-4033-9C97-49C5EC325ADC}" destId="{47960DD6-210A-44D5-8DE7-FB3FD0441338}" srcOrd="13" destOrd="0" presId="urn:microsoft.com/office/officeart/2005/8/layout/list1"/>
    <dgm:cxn modelId="{2652C80F-0CB0-4FD3-AF40-DCDE8A1633C6}" type="presParOf" srcId="{892B9C1E-E0F4-4033-9C97-49C5EC325ADC}" destId="{1236F482-D3C1-46E7-AB36-78CB3AE244ED}" srcOrd="14" destOrd="0" presId="urn:microsoft.com/office/officeart/2005/8/layout/list1"/>
    <dgm:cxn modelId="{C4F59DF4-461B-4209-A095-B90F8EF66EEC}" type="presParOf" srcId="{892B9C1E-E0F4-4033-9C97-49C5EC325ADC}" destId="{B54AF027-B61C-4736-9E09-240B8B048BD9}" srcOrd="15" destOrd="0" presId="urn:microsoft.com/office/officeart/2005/8/layout/list1"/>
    <dgm:cxn modelId="{4F21139B-1E9F-4FC9-9D66-D51E89532933}" type="presParOf" srcId="{892B9C1E-E0F4-4033-9C97-49C5EC325ADC}" destId="{B555A6E2-A2BF-40D5-8BA8-080A210DF852}" srcOrd="16" destOrd="0" presId="urn:microsoft.com/office/officeart/2005/8/layout/list1"/>
    <dgm:cxn modelId="{0EF17DA6-4893-424D-90AC-979C64D030B1}" type="presParOf" srcId="{B555A6E2-A2BF-40D5-8BA8-080A210DF852}" destId="{6F3F401A-4E14-432F-960F-F608C0B1D445}" srcOrd="0" destOrd="0" presId="urn:microsoft.com/office/officeart/2005/8/layout/list1"/>
    <dgm:cxn modelId="{481AACFF-3B83-48A6-8AAA-F4C57380661B}" type="presParOf" srcId="{B555A6E2-A2BF-40D5-8BA8-080A210DF852}" destId="{F1EA6102-B240-4F81-9E6A-64F080D1BE13}" srcOrd="1" destOrd="0" presId="urn:microsoft.com/office/officeart/2005/8/layout/list1"/>
    <dgm:cxn modelId="{20103EF5-F425-4DAE-B359-326DEF299139}" type="presParOf" srcId="{892B9C1E-E0F4-4033-9C97-49C5EC325ADC}" destId="{7756270F-300C-4FDA-BF11-A1C5F4DA0135}" srcOrd="17" destOrd="0" presId="urn:microsoft.com/office/officeart/2005/8/layout/list1"/>
    <dgm:cxn modelId="{7A643952-C508-4260-9308-CEC89A536743}" type="presParOf" srcId="{892B9C1E-E0F4-4033-9C97-49C5EC325ADC}" destId="{470C2254-534E-424C-B327-5D5C1A7447F6}" srcOrd="18" destOrd="0" presId="urn:microsoft.com/office/officeart/2005/8/layout/list1"/>
    <dgm:cxn modelId="{19824AEF-136C-4077-8AD7-624055714E6B}" type="presParOf" srcId="{892B9C1E-E0F4-4033-9C97-49C5EC325ADC}" destId="{817F413F-B681-4502-B0D9-0060517434BB}" srcOrd="19" destOrd="0" presId="urn:microsoft.com/office/officeart/2005/8/layout/list1"/>
    <dgm:cxn modelId="{73F0C34F-8592-43D3-8F25-7A92C76F084D}" type="presParOf" srcId="{892B9C1E-E0F4-4033-9C97-49C5EC325ADC}" destId="{7EDF0310-513F-46AC-B683-1C1FD6BF9924}" srcOrd="20" destOrd="0" presId="urn:microsoft.com/office/officeart/2005/8/layout/list1"/>
    <dgm:cxn modelId="{F77BD29E-F4D3-440A-A9C4-9D052E515B2B}" type="presParOf" srcId="{7EDF0310-513F-46AC-B683-1C1FD6BF9924}" destId="{53EE8453-00BC-4383-802E-79800A31762E}" srcOrd="0" destOrd="0" presId="urn:microsoft.com/office/officeart/2005/8/layout/list1"/>
    <dgm:cxn modelId="{653F81FF-BA34-4318-B082-88068AA71613}" type="presParOf" srcId="{7EDF0310-513F-46AC-B683-1C1FD6BF9924}" destId="{C3D73058-0FB9-4964-983E-EA87E91D719F}" srcOrd="1" destOrd="0" presId="urn:microsoft.com/office/officeart/2005/8/layout/list1"/>
    <dgm:cxn modelId="{E8EF04FB-CF76-4B97-8589-4BA1397E61D7}" type="presParOf" srcId="{892B9C1E-E0F4-4033-9C97-49C5EC325ADC}" destId="{77A6C7C2-F758-413B-8E53-FFD313C93893}" srcOrd="21" destOrd="0" presId="urn:microsoft.com/office/officeart/2005/8/layout/list1"/>
    <dgm:cxn modelId="{69A226FE-2D3C-4BF3-9364-2777EAB7B732}" type="presParOf" srcId="{892B9C1E-E0F4-4033-9C97-49C5EC325ADC}" destId="{DC45D745-F429-4652-A7CE-0D68F06722C0}" srcOrd="22" destOrd="0" presId="urn:microsoft.com/office/officeart/2005/8/layout/list1"/>
    <dgm:cxn modelId="{7AC0264C-C2D6-4214-BA37-DB722D7EF35C}" type="presParOf" srcId="{892B9C1E-E0F4-4033-9C97-49C5EC325ADC}" destId="{E7CC148C-B707-4EFB-9B90-B9CD60D67837}" srcOrd="23" destOrd="0" presId="urn:microsoft.com/office/officeart/2005/8/layout/list1"/>
    <dgm:cxn modelId="{D8F37A4D-18E1-4AB8-B690-AA897586C4F4}" type="presParOf" srcId="{892B9C1E-E0F4-4033-9C97-49C5EC325ADC}" destId="{74835B7A-4AAC-461A-9EEF-F8319F5087A8}" srcOrd="24" destOrd="0" presId="urn:microsoft.com/office/officeart/2005/8/layout/list1"/>
    <dgm:cxn modelId="{6629E6DB-3606-4E3A-9B1D-436A7D562C50}" type="presParOf" srcId="{74835B7A-4AAC-461A-9EEF-F8319F5087A8}" destId="{44AADDAA-F87B-4873-9620-3629355505AA}" srcOrd="0" destOrd="0" presId="urn:microsoft.com/office/officeart/2005/8/layout/list1"/>
    <dgm:cxn modelId="{93077851-B1D5-49C9-916D-C9119A9699F6}" type="presParOf" srcId="{74835B7A-4AAC-461A-9EEF-F8319F5087A8}" destId="{63DE40E4-1C9F-4365-A89A-C4B81840204A}" srcOrd="1" destOrd="0" presId="urn:microsoft.com/office/officeart/2005/8/layout/list1"/>
    <dgm:cxn modelId="{4B98F366-D98B-4FD7-91B1-6F82533C8E97}" type="presParOf" srcId="{892B9C1E-E0F4-4033-9C97-49C5EC325ADC}" destId="{23D2BB82-E8C0-43C9-886E-A56CC209F792}" srcOrd="25" destOrd="0" presId="urn:microsoft.com/office/officeart/2005/8/layout/list1"/>
    <dgm:cxn modelId="{F81C85D4-22AD-44E1-92C8-C36F2BF8B777}" type="presParOf" srcId="{892B9C1E-E0F4-4033-9C97-49C5EC325ADC}" destId="{0E251870-DDCB-4D68-A233-1BF3680AD472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B208C1-6C6B-4E81-84BF-605DDA0C7885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DB48F2D-E291-4E13-84B3-910A133DFA00}">
      <dgm:prSet phldrT="[Text]" custT="1"/>
      <dgm:spPr/>
      <dgm:t>
        <a:bodyPr/>
        <a:lstStyle/>
        <a:p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Symbolic address</a:t>
          </a:r>
        </a:p>
      </dgm:t>
    </dgm:pt>
    <dgm:pt modelId="{DAAE4437-97C9-4E67-9EAB-C1AF20B056A1}" type="parTrans" cxnId="{0606F055-7BFC-40D2-9B4E-B2ED7C3EE7E2}">
      <dgm:prSet/>
      <dgm:spPr/>
      <dgm:t>
        <a:bodyPr/>
        <a:lstStyle/>
        <a:p>
          <a:endParaRPr lang="en-US"/>
        </a:p>
      </dgm:t>
    </dgm:pt>
    <dgm:pt modelId="{AE482A2B-3CDC-45F8-A53C-2E229D5C9AA8}" type="sibTrans" cxnId="{0606F055-7BFC-40D2-9B4E-B2ED7C3EE7E2}">
      <dgm:prSet/>
      <dgm:spPr/>
      <dgm:t>
        <a:bodyPr/>
        <a:lstStyle/>
        <a:p>
          <a:endParaRPr lang="en-US"/>
        </a:p>
      </dgm:t>
    </dgm:pt>
    <dgm:pt modelId="{A313FB44-4199-4A72-8229-74571E386C8F}">
      <dgm:prSet phldrT="[Text]" custT="1"/>
      <dgm:spPr/>
      <dgm:t>
        <a:bodyPr/>
        <a:lstStyle/>
        <a:p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Relocatable address</a:t>
          </a:r>
        </a:p>
      </dgm:t>
    </dgm:pt>
    <dgm:pt modelId="{3E8C9DD4-8CB5-4826-AD35-A37B2BD1A2A6}" type="parTrans" cxnId="{8146E648-0520-49F2-BF1A-44893B4571AC}">
      <dgm:prSet/>
      <dgm:spPr/>
      <dgm:t>
        <a:bodyPr/>
        <a:lstStyle/>
        <a:p>
          <a:endParaRPr lang="en-US"/>
        </a:p>
      </dgm:t>
    </dgm:pt>
    <dgm:pt modelId="{3E794154-BE1D-42B3-BEA0-EE6E4618C41B}" type="sibTrans" cxnId="{8146E648-0520-49F2-BF1A-44893B4571AC}">
      <dgm:prSet/>
      <dgm:spPr/>
      <dgm:t>
        <a:bodyPr/>
        <a:lstStyle/>
        <a:p>
          <a:endParaRPr lang="en-US"/>
        </a:p>
      </dgm:t>
    </dgm:pt>
    <dgm:pt modelId="{2712913E-2D10-4505-99E7-EAB3BC2E4D8B}">
      <dgm:prSet phldrT="[Text]" custT="1"/>
      <dgm:spPr/>
      <dgm:t>
        <a:bodyPr/>
        <a:lstStyle/>
        <a:p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Physical address</a:t>
          </a:r>
        </a:p>
      </dgm:t>
    </dgm:pt>
    <dgm:pt modelId="{BEC7438A-B291-4C2E-AC70-FB31A27EFA79}" type="parTrans" cxnId="{59671B83-9486-43BD-B287-2E46C40B7DCB}">
      <dgm:prSet/>
      <dgm:spPr/>
      <dgm:t>
        <a:bodyPr/>
        <a:lstStyle/>
        <a:p>
          <a:endParaRPr lang="en-US"/>
        </a:p>
      </dgm:t>
    </dgm:pt>
    <dgm:pt modelId="{E9BE3F7D-D9CF-4694-A0B7-7E017A7179B9}" type="sibTrans" cxnId="{59671B83-9486-43BD-B287-2E46C40B7DCB}">
      <dgm:prSet/>
      <dgm:spPr/>
      <dgm:t>
        <a:bodyPr/>
        <a:lstStyle/>
        <a:p>
          <a:endParaRPr lang="en-US"/>
        </a:p>
      </dgm:t>
    </dgm:pt>
    <dgm:pt modelId="{3C4AC736-116D-4E96-B5B0-4D77023E238C}" type="pres">
      <dgm:prSet presAssocID="{03B208C1-6C6B-4E81-84BF-605DDA0C7885}" presName="Name0" presStyleCnt="0">
        <dgm:presLayoutVars>
          <dgm:dir/>
          <dgm:resizeHandles val="exact"/>
        </dgm:presLayoutVars>
      </dgm:prSet>
      <dgm:spPr/>
    </dgm:pt>
    <dgm:pt modelId="{3D83369F-2FBB-4782-A989-36EECEFC00B0}" type="pres">
      <dgm:prSet presAssocID="{FDB48F2D-E291-4E13-84B3-910A133DFA00}" presName="node" presStyleLbl="node1" presStyleIdx="0" presStyleCnt="3">
        <dgm:presLayoutVars>
          <dgm:bulletEnabled val="1"/>
        </dgm:presLayoutVars>
      </dgm:prSet>
      <dgm:spPr/>
    </dgm:pt>
    <dgm:pt modelId="{4E57FE1B-AB6F-4920-B461-59AFE1BDBD14}" type="pres">
      <dgm:prSet presAssocID="{AE482A2B-3CDC-45F8-A53C-2E229D5C9AA8}" presName="sibTrans" presStyleLbl="sibTrans2D1" presStyleIdx="0" presStyleCnt="2"/>
      <dgm:spPr/>
    </dgm:pt>
    <dgm:pt modelId="{B6CB45F5-D0DA-47F6-8C07-AC99420F4C1C}" type="pres">
      <dgm:prSet presAssocID="{AE482A2B-3CDC-45F8-A53C-2E229D5C9AA8}" presName="connectorText" presStyleLbl="sibTrans2D1" presStyleIdx="0" presStyleCnt="2"/>
      <dgm:spPr/>
    </dgm:pt>
    <dgm:pt modelId="{E54ADE98-B315-46B6-902C-07B835D467D4}" type="pres">
      <dgm:prSet presAssocID="{A313FB44-4199-4A72-8229-74571E386C8F}" presName="node" presStyleLbl="node1" presStyleIdx="1" presStyleCnt="3">
        <dgm:presLayoutVars>
          <dgm:bulletEnabled val="1"/>
        </dgm:presLayoutVars>
      </dgm:prSet>
      <dgm:spPr/>
    </dgm:pt>
    <dgm:pt modelId="{D7265047-53C7-4310-B1BE-0C0D23BF211C}" type="pres">
      <dgm:prSet presAssocID="{3E794154-BE1D-42B3-BEA0-EE6E4618C41B}" presName="sibTrans" presStyleLbl="sibTrans2D1" presStyleIdx="1" presStyleCnt="2"/>
      <dgm:spPr/>
    </dgm:pt>
    <dgm:pt modelId="{6D2602E0-9667-4857-8EB2-08928BB7FB79}" type="pres">
      <dgm:prSet presAssocID="{3E794154-BE1D-42B3-BEA0-EE6E4618C41B}" presName="connectorText" presStyleLbl="sibTrans2D1" presStyleIdx="1" presStyleCnt="2"/>
      <dgm:spPr/>
    </dgm:pt>
    <dgm:pt modelId="{53EABF25-6800-4637-AE0A-EC54C8C15DAE}" type="pres">
      <dgm:prSet presAssocID="{2712913E-2D10-4505-99E7-EAB3BC2E4D8B}" presName="node" presStyleLbl="node1" presStyleIdx="2" presStyleCnt="3">
        <dgm:presLayoutVars>
          <dgm:bulletEnabled val="1"/>
        </dgm:presLayoutVars>
      </dgm:prSet>
      <dgm:spPr/>
    </dgm:pt>
  </dgm:ptLst>
  <dgm:cxnLst>
    <dgm:cxn modelId="{043DC90D-701A-41EF-9D72-4B8F47B2392D}" type="presOf" srcId="{3E794154-BE1D-42B3-BEA0-EE6E4618C41B}" destId="{6D2602E0-9667-4857-8EB2-08928BB7FB79}" srcOrd="1" destOrd="0" presId="urn:microsoft.com/office/officeart/2005/8/layout/process1"/>
    <dgm:cxn modelId="{468A9921-C114-471A-9740-83674CB2CDB1}" type="presOf" srcId="{3E794154-BE1D-42B3-BEA0-EE6E4618C41B}" destId="{D7265047-53C7-4310-B1BE-0C0D23BF211C}" srcOrd="0" destOrd="0" presId="urn:microsoft.com/office/officeart/2005/8/layout/process1"/>
    <dgm:cxn modelId="{1FF07433-AFFD-4629-A4B5-B4621CB4EEA4}" type="presOf" srcId="{03B208C1-6C6B-4E81-84BF-605DDA0C7885}" destId="{3C4AC736-116D-4E96-B5B0-4D77023E238C}" srcOrd="0" destOrd="0" presId="urn:microsoft.com/office/officeart/2005/8/layout/process1"/>
    <dgm:cxn modelId="{28A7603F-A577-4B23-A0DB-7D7B2D3C61A1}" type="presOf" srcId="{AE482A2B-3CDC-45F8-A53C-2E229D5C9AA8}" destId="{B6CB45F5-D0DA-47F6-8C07-AC99420F4C1C}" srcOrd="1" destOrd="0" presId="urn:microsoft.com/office/officeart/2005/8/layout/process1"/>
    <dgm:cxn modelId="{8146E648-0520-49F2-BF1A-44893B4571AC}" srcId="{03B208C1-6C6B-4E81-84BF-605DDA0C7885}" destId="{A313FB44-4199-4A72-8229-74571E386C8F}" srcOrd="1" destOrd="0" parTransId="{3E8C9DD4-8CB5-4826-AD35-A37B2BD1A2A6}" sibTransId="{3E794154-BE1D-42B3-BEA0-EE6E4618C41B}"/>
    <dgm:cxn modelId="{2363BF6D-3D19-4831-9CDD-64E9E8CC5ECD}" type="presOf" srcId="{A313FB44-4199-4A72-8229-74571E386C8F}" destId="{E54ADE98-B315-46B6-902C-07B835D467D4}" srcOrd="0" destOrd="0" presId="urn:microsoft.com/office/officeart/2005/8/layout/process1"/>
    <dgm:cxn modelId="{418E2674-F676-46B4-8AD0-F474C9B204A1}" type="presOf" srcId="{AE482A2B-3CDC-45F8-A53C-2E229D5C9AA8}" destId="{4E57FE1B-AB6F-4920-B461-59AFE1BDBD14}" srcOrd="0" destOrd="0" presId="urn:microsoft.com/office/officeart/2005/8/layout/process1"/>
    <dgm:cxn modelId="{0606F055-7BFC-40D2-9B4E-B2ED7C3EE7E2}" srcId="{03B208C1-6C6B-4E81-84BF-605DDA0C7885}" destId="{FDB48F2D-E291-4E13-84B3-910A133DFA00}" srcOrd="0" destOrd="0" parTransId="{DAAE4437-97C9-4E67-9EAB-C1AF20B056A1}" sibTransId="{AE482A2B-3CDC-45F8-A53C-2E229D5C9AA8}"/>
    <dgm:cxn modelId="{59671B83-9486-43BD-B287-2E46C40B7DCB}" srcId="{03B208C1-6C6B-4E81-84BF-605DDA0C7885}" destId="{2712913E-2D10-4505-99E7-EAB3BC2E4D8B}" srcOrd="2" destOrd="0" parTransId="{BEC7438A-B291-4C2E-AC70-FB31A27EFA79}" sibTransId="{E9BE3F7D-D9CF-4694-A0B7-7E017A7179B9}"/>
    <dgm:cxn modelId="{4B324290-33CB-4758-BD0F-EC8349847008}" type="presOf" srcId="{2712913E-2D10-4505-99E7-EAB3BC2E4D8B}" destId="{53EABF25-6800-4637-AE0A-EC54C8C15DAE}" srcOrd="0" destOrd="0" presId="urn:microsoft.com/office/officeart/2005/8/layout/process1"/>
    <dgm:cxn modelId="{E82BB9F3-9BAB-4A23-BC22-009FD087145E}" type="presOf" srcId="{FDB48F2D-E291-4E13-84B3-910A133DFA00}" destId="{3D83369F-2FBB-4782-A989-36EECEFC00B0}" srcOrd="0" destOrd="0" presId="urn:microsoft.com/office/officeart/2005/8/layout/process1"/>
    <dgm:cxn modelId="{B4B9EE4C-F343-422B-BDAA-F2BAAB4BEA51}" type="presParOf" srcId="{3C4AC736-116D-4E96-B5B0-4D77023E238C}" destId="{3D83369F-2FBB-4782-A989-36EECEFC00B0}" srcOrd="0" destOrd="0" presId="urn:microsoft.com/office/officeart/2005/8/layout/process1"/>
    <dgm:cxn modelId="{7F111DE2-CDF8-484E-96C0-6304903B008B}" type="presParOf" srcId="{3C4AC736-116D-4E96-B5B0-4D77023E238C}" destId="{4E57FE1B-AB6F-4920-B461-59AFE1BDBD14}" srcOrd="1" destOrd="0" presId="urn:microsoft.com/office/officeart/2005/8/layout/process1"/>
    <dgm:cxn modelId="{C61C42EE-A0B2-44F8-802C-85FAB0F9F52D}" type="presParOf" srcId="{4E57FE1B-AB6F-4920-B461-59AFE1BDBD14}" destId="{B6CB45F5-D0DA-47F6-8C07-AC99420F4C1C}" srcOrd="0" destOrd="0" presId="urn:microsoft.com/office/officeart/2005/8/layout/process1"/>
    <dgm:cxn modelId="{A9341B0F-EE7A-43A5-BBC7-13B84562F51B}" type="presParOf" srcId="{3C4AC736-116D-4E96-B5B0-4D77023E238C}" destId="{E54ADE98-B315-46B6-902C-07B835D467D4}" srcOrd="2" destOrd="0" presId="urn:microsoft.com/office/officeart/2005/8/layout/process1"/>
    <dgm:cxn modelId="{6E06C559-11AA-46FF-89AC-6267BF5ACC1A}" type="presParOf" srcId="{3C4AC736-116D-4E96-B5B0-4D77023E238C}" destId="{D7265047-53C7-4310-B1BE-0C0D23BF211C}" srcOrd="3" destOrd="0" presId="urn:microsoft.com/office/officeart/2005/8/layout/process1"/>
    <dgm:cxn modelId="{9C236BD1-01F9-454E-938F-F47C3795FA1D}" type="presParOf" srcId="{D7265047-53C7-4310-B1BE-0C0D23BF211C}" destId="{6D2602E0-9667-4857-8EB2-08928BB7FB79}" srcOrd="0" destOrd="0" presId="urn:microsoft.com/office/officeart/2005/8/layout/process1"/>
    <dgm:cxn modelId="{672ABB49-AB7B-404C-BCF3-71BAB50B285C}" type="presParOf" srcId="{3C4AC736-116D-4E96-B5B0-4D77023E238C}" destId="{53EABF25-6800-4637-AE0A-EC54C8C15DAE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FE7295-7341-4932-BCAF-2D7984824326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BD933D6-76DF-41BD-B750-C2F74D428097}">
      <dgm:prSet phldrT="[Text]" custT="1"/>
      <dgm:spPr/>
      <dgm:t>
        <a:bodyPr/>
        <a:lstStyle/>
        <a:p>
          <a:pPr algn="ctr"/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Kỹ thuật cấp phát bộ nhớ</a:t>
          </a:r>
        </a:p>
      </dgm:t>
    </dgm:pt>
    <dgm:pt modelId="{1171AB35-5505-4D77-8902-EFBFA9F5AA01}" type="parTrans" cxnId="{F893252C-E982-4F5E-8657-C5C250ACEEA1}">
      <dgm:prSet/>
      <dgm:spPr/>
      <dgm:t>
        <a:bodyPr/>
        <a:lstStyle/>
        <a:p>
          <a:endParaRPr lang="en-US"/>
        </a:p>
      </dgm:t>
    </dgm:pt>
    <dgm:pt modelId="{544F4949-1C0D-46C3-946F-C8E5250251E8}" type="sibTrans" cxnId="{F893252C-E982-4F5E-8657-C5C250ACEEA1}">
      <dgm:prSet/>
      <dgm:spPr/>
      <dgm:t>
        <a:bodyPr/>
        <a:lstStyle/>
        <a:p>
          <a:endParaRPr lang="en-US"/>
        </a:p>
      </dgm:t>
    </dgm:pt>
    <dgm:pt modelId="{A7611E71-A33F-4559-BB40-2BC7541E7511}">
      <dgm:prSet phldrT="[Text]" custT="1"/>
      <dgm:spPr/>
      <dgm:t>
        <a:bodyPr/>
        <a:lstStyle/>
        <a:p>
          <a:pPr algn="ctr"/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Cấp phát bộ nhớ liên tục</a:t>
          </a:r>
        </a:p>
      </dgm:t>
    </dgm:pt>
    <dgm:pt modelId="{EC738CD5-4693-4932-9C9D-2BD04D0B25EE}" type="sibTrans" cxnId="{FC5DD96A-EB08-43A2-9EE4-31C98A6C1996}">
      <dgm:prSet/>
      <dgm:spPr/>
      <dgm:t>
        <a:bodyPr/>
        <a:lstStyle/>
        <a:p>
          <a:endParaRPr lang="en-US"/>
        </a:p>
      </dgm:t>
    </dgm:pt>
    <dgm:pt modelId="{DF9C7244-701C-44CF-8D35-46F442DB0B56}" type="parTrans" cxnId="{FC5DD96A-EB08-43A2-9EE4-31C98A6C1996}">
      <dgm:prSet/>
      <dgm:spPr/>
      <dgm:t>
        <a:bodyPr/>
        <a:lstStyle/>
        <a:p>
          <a:endParaRPr lang="en-US"/>
        </a:p>
      </dgm:t>
    </dgm:pt>
    <dgm:pt modelId="{5810F5DB-B320-4615-8C42-5D62C4AFE301}">
      <dgm:prSet phldrT="[Text]" custT="1"/>
      <dgm:spPr/>
      <dgm:t>
        <a:bodyPr/>
        <a:lstStyle/>
        <a:p>
          <a:pPr algn="ctr"/>
          <a:r>
            <a:rPr lang="en-US" sz="1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Cấp phát bộ nhớ không liên tục</a:t>
          </a:r>
        </a:p>
      </dgm:t>
    </dgm:pt>
    <dgm:pt modelId="{AA540535-9BCD-45F6-AB74-2C968522D829}" type="sibTrans" cxnId="{3F110E4A-AA81-4622-84CD-3BEB16B87E96}">
      <dgm:prSet/>
      <dgm:spPr/>
      <dgm:t>
        <a:bodyPr/>
        <a:lstStyle/>
        <a:p>
          <a:endParaRPr lang="en-US"/>
        </a:p>
      </dgm:t>
    </dgm:pt>
    <dgm:pt modelId="{E1567F9E-2C61-4975-9694-B4F4F593908D}" type="parTrans" cxnId="{3F110E4A-AA81-4622-84CD-3BEB16B87E96}">
      <dgm:prSet/>
      <dgm:spPr/>
      <dgm:t>
        <a:bodyPr/>
        <a:lstStyle/>
        <a:p>
          <a:endParaRPr lang="en-US"/>
        </a:p>
      </dgm:t>
    </dgm:pt>
    <dgm:pt modelId="{FF5A6521-5872-4009-9778-1287149969D9}">
      <dgm:prSet phldrT="[Text]" custT="1"/>
      <dgm:spPr/>
      <dgm:t>
        <a:bodyPr/>
        <a:lstStyle/>
        <a:p>
          <a:pPr algn="ctr"/>
          <a: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Phân chia vùng nhớ cố định (Fixed partitioning)</a:t>
          </a:r>
        </a:p>
      </dgm:t>
    </dgm:pt>
    <dgm:pt modelId="{35A51A4E-725A-43DE-AA24-4BC7F6CDE444}" type="parTrans" cxnId="{3DDB6FE7-8D72-4488-978D-9AD222664356}">
      <dgm:prSet/>
      <dgm:spPr/>
      <dgm:t>
        <a:bodyPr/>
        <a:lstStyle/>
        <a:p>
          <a:endParaRPr lang="en-US"/>
        </a:p>
      </dgm:t>
    </dgm:pt>
    <dgm:pt modelId="{792DE643-7111-4D03-9BE7-7ECB00851BFF}" type="sibTrans" cxnId="{3DDB6FE7-8D72-4488-978D-9AD222664356}">
      <dgm:prSet/>
      <dgm:spPr/>
      <dgm:t>
        <a:bodyPr/>
        <a:lstStyle/>
        <a:p>
          <a:endParaRPr lang="en-US"/>
        </a:p>
      </dgm:t>
    </dgm:pt>
    <dgm:pt modelId="{9CD068C2-E4D6-4C44-92EE-912C4E427493}">
      <dgm:prSet phldrT="[Text]" custT="1"/>
      <dgm:spPr/>
      <dgm:t>
        <a:bodyPr/>
        <a:lstStyle/>
        <a:p>
          <a:pPr algn="ctr"/>
          <a: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Phân vùng nhớ động </a:t>
          </a:r>
          <a:b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</a:br>
          <a: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(Dynamic partitioning)</a:t>
          </a:r>
        </a:p>
      </dgm:t>
    </dgm:pt>
    <dgm:pt modelId="{0D570C8E-FE90-4728-AEAA-6A0664E145FC}" type="parTrans" cxnId="{5A875AC9-D23C-45F2-A1EE-743B858DED58}">
      <dgm:prSet/>
      <dgm:spPr/>
      <dgm:t>
        <a:bodyPr/>
        <a:lstStyle/>
        <a:p>
          <a:endParaRPr lang="en-US"/>
        </a:p>
      </dgm:t>
    </dgm:pt>
    <dgm:pt modelId="{9F5F5ED2-F597-41DF-9C1A-03C2A13CB725}" type="sibTrans" cxnId="{5A875AC9-D23C-45F2-A1EE-743B858DED58}">
      <dgm:prSet/>
      <dgm:spPr/>
      <dgm:t>
        <a:bodyPr/>
        <a:lstStyle/>
        <a:p>
          <a:endParaRPr lang="en-US"/>
        </a:p>
      </dgm:t>
    </dgm:pt>
    <dgm:pt modelId="{662B75D1-F161-4CC6-9DF5-0B5765C350DE}">
      <dgm:prSet phldrT="[Text]" custT="1"/>
      <dgm:spPr/>
      <dgm:t>
        <a:bodyPr/>
        <a:lstStyle/>
        <a:p>
          <a:pPr algn="ctr"/>
          <a: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Kỹ thuật phân trang </a:t>
          </a:r>
          <a:b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</a:br>
          <a: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(Paging)</a:t>
          </a:r>
        </a:p>
      </dgm:t>
    </dgm:pt>
    <dgm:pt modelId="{305AFCEB-1A3C-445B-A079-E7FD1DCD28B9}" type="parTrans" cxnId="{6994C482-7A65-4B99-8348-B8ABC1EB3B5F}">
      <dgm:prSet/>
      <dgm:spPr/>
      <dgm:t>
        <a:bodyPr/>
        <a:lstStyle/>
        <a:p>
          <a:endParaRPr lang="en-US"/>
        </a:p>
      </dgm:t>
    </dgm:pt>
    <dgm:pt modelId="{6A3142BC-BB4F-4E3A-8C31-E7EF6A376845}" type="sibTrans" cxnId="{6994C482-7A65-4B99-8348-B8ABC1EB3B5F}">
      <dgm:prSet/>
      <dgm:spPr/>
      <dgm:t>
        <a:bodyPr/>
        <a:lstStyle/>
        <a:p>
          <a:endParaRPr lang="en-US"/>
        </a:p>
      </dgm:t>
    </dgm:pt>
    <dgm:pt modelId="{649172D2-3119-455A-AAA6-E358C533069C}">
      <dgm:prSet custT="1"/>
      <dgm:spPr/>
      <dgm:t>
        <a:bodyPr/>
        <a:lstStyle/>
        <a:p>
          <a:pPr algn="ctr"/>
          <a:r>
            <a:rPr lang="en-US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Kỹ thuật phân đoạn (Segmentation)</a:t>
          </a:r>
        </a:p>
      </dgm:t>
    </dgm:pt>
    <dgm:pt modelId="{94C06600-AC27-4AE4-A55F-5D734328AF80}" type="parTrans" cxnId="{EB2AE7CC-5DC6-4994-98D5-209194049715}">
      <dgm:prSet/>
      <dgm:spPr/>
      <dgm:t>
        <a:bodyPr/>
        <a:lstStyle/>
        <a:p>
          <a:endParaRPr lang="en-US"/>
        </a:p>
      </dgm:t>
    </dgm:pt>
    <dgm:pt modelId="{0133AFEC-7C1F-46EB-BA51-EBC7028602DB}" type="sibTrans" cxnId="{EB2AE7CC-5DC6-4994-98D5-209194049715}">
      <dgm:prSet/>
      <dgm:spPr/>
      <dgm:t>
        <a:bodyPr/>
        <a:lstStyle/>
        <a:p>
          <a:endParaRPr lang="en-US"/>
        </a:p>
      </dgm:t>
    </dgm:pt>
    <dgm:pt modelId="{292AE301-6B84-4795-8D60-18C6CA393371}" type="pres">
      <dgm:prSet presAssocID="{EEFE7295-7341-4932-BCAF-2D798482432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401FAFD-78C6-4C2D-9AE9-FE41CEE1BB49}" type="pres">
      <dgm:prSet presAssocID="{2BD933D6-76DF-41BD-B750-C2F74D428097}" presName="hierRoot1" presStyleCnt="0">
        <dgm:presLayoutVars>
          <dgm:hierBranch val="init"/>
        </dgm:presLayoutVars>
      </dgm:prSet>
      <dgm:spPr/>
    </dgm:pt>
    <dgm:pt modelId="{181FD3B9-130C-4D8D-B64C-5CA78CF899A5}" type="pres">
      <dgm:prSet presAssocID="{2BD933D6-76DF-41BD-B750-C2F74D428097}" presName="rootComposite1" presStyleCnt="0"/>
      <dgm:spPr/>
    </dgm:pt>
    <dgm:pt modelId="{A0E165D2-5838-49E7-96B8-64C8ABF0DAFA}" type="pres">
      <dgm:prSet presAssocID="{2BD933D6-76DF-41BD-B750-C2F74D428097}" presName="rootText1" presStyleLbl="node0" presStyleIdx="0" presStyleCnt="1" custScaleX="189407" custScaleY="75580" custLinFactNeighborX="9199" custLinFactNeighborY="-29891">
        <dgm:presLayoutVars>
          <dgm:chPref val="3"/>
        </dgm:presLayoutVars>
      </dgm:prSet>
      <dgm:spPr/>
    </dgm:pt>
    <dgm:pt modelId="{FB1AB3B1-0101-4565-9023-2EE45F7326C2}" type="pres">
      <dgm:prSet presAssocID="{2BD933D6-76DF-41BD-B750-C2F74D428097}" presName="rootConnector1" presStyleLbl="node1" presStyleIdx="0" presStyleCnt="0"/>
      <dgm:spPr/>
    </dgm:pt>
    <dgm:pt modelId="{11D490AA-4E05-436F-89D7-4594DDF24BA4}" type="pres">
      <dgm:prSet presAssocID="{2BD933D6-76DF-41BD-B750-C2F74D428097}" presName="hierChild2" presStyleCnt="0"/>
      <dgm:spPr/>
    </dgm:pt>
    <dgm:pt modelId="{BBC02957-7A0D-4E90-A139-5EB4F83920A5}" type="pres">
      <dgm:prSet presAssocID="{DF9C7244-701C-44CF-8D35-46F442DB0B56}" presName="Name37" presStyleLbl="parChTrans1D2" presStyleIdx="0" presStyleCnt="2"/>
      <dgm:spPr/>
    </dgm:pt>
    <dgm:pt modelId="{706BB809-89BA-4A22-9011-B2254010A066}" type="pres">
      <dgm:prSet presAssocID="{A7611E71-A33F-4559-BB40-2BC7541E7511}" presName="hierRoot2" presStyleCnt="0">
        <dgm:presLayoutVars>
          <dgm:hierBranch val="init"/>
        </dgm:presLayoutVars>
      </dgm:prSet>
      <dgm:spPr/>
    </dgm:pt>
    <dgm:pt modelId="{BEDD5493-B6BE-4D23-AC75-6012254E2E75}" type="pres">
      <dgm:prSet presAssocID="{A7611E71-A33F-4559-BB40-2BC7541E7511}" presName="rootComposite" presStyleCnt="0"/>
      <dgm:spPr/>
    </dgm:pt>
    <dgm:pt modelId="{1B301BF2-9B75-4F68-AFDA-67708EC29F0A}" type="pres">
      <dgm:prSet presAssocID="{A7611E71-A33F-4559-BB40-2BC7541E7511}" presName="rootText" presStyleLbl="node2" presStyleIdx="0" presStyleCnt="2" custScaleX="186311" custLinFactNeighborX="-14856" custLinFactNeighborY="33210">
        <dgm:presLayoutVars>
          <dgm:chPref val="3"/>
        </dgm:presLayoutVars>
      </dgm:prSet>
      <dgm:spPr/>
    </dgm:pt>
    <dgm:pt modelId="{71805DA8-2B2A-430C-AD0B-D292C98543C8}" type="pres">
      <dgm:prSet presAssocID="{A7611E71-A33F-4559-BB40-2BC7541E7511}" presName="rootConnector" presStyleLbl="node2" presStyleIdx="0" presStyleCnt="2"/>
      <dgm:spPr/>
    </dgm:pt>
    <dgm:pt modelId="{DBF1A385-C7AD-4EDA-B942-1FD67D14ACE9}" type="pres">
      <dgm:prSet presAssocID="{A7611E71-A33F-4559-BB40-2BC7541E7511}" presName="hierChild4" presStyleCnt="0"/>
      <dgm:spPr/>
    </dgm:pt>
    <dgm:pt modelId="{DFF15E67-9A59-45DD-99F8-38595B8046F2}" type="pres">
      <dgm:prSet presAssocID="{35A51A4E-725A-43DE-AA24-4BC7F6CDE444}" presName="Name37" presStyleLbl="parChTrans1D3" presStyleIdx="0" presStyleCnt="4"/>
      <dgm:spPr/>
    </dgm:pt>
    <dgm:pt modelId="{3776C39B-E963-4A9E-9B98-71D47E4E7FCE}" type="pres">
      <dgm:prSet presAssocID="{FF5A6521-5872-4009-9778-1287149969D9}" presName="hierRoot2" presStyleCnt="0">
        <dgm:presLayoutVars>
          <dgm:hierBranch val="init"/>
        </dgm:presLayoutVars>
      </dgm:prSet>
      <dgm:spPr/>
    </dgm:pt>
    <dgm:pt modelId="{E9393B8B-1B8A-4FD2-8836-CD9923310526}" type="pres">
      <dgm:prSet presAssocID="{FF5A6521-5872-4009-9778-1287149969D9}" presName="rootComposite" presStyleCnt="0"/>
      <dgm:spPr/>
    </dgm:pt>
    <dgm:pt modelId="{AFDC75F0-513B-4162-9003-BFDA97EB6151}" type="pres">
      <dgm:prSet presAssocID="{FF5A6521-5872-4009-9778-1287149969D9}" presName="rootText" presStyleLbl="node3" presStyleIdx="0" presStyleCnt="4" custScaleX="178858" custLinFactNeighborX="-29594" custLinFactNeighborY="22895">
        <dgm:presLayoutVars>
          <dgm:chPref val="3"/>
        </dgm:presLayoutVars>
      </dgm:prSet>
      <dgm:spPr/>
    </dgm:pt>
    <dgm:pt modelId="{3548F79B-B5DF-43D5-82F1-A803240C1143}" type="pres">
      <dgm:prSet presAssocID="{FF5A6521-5872-4009-9778-1287149969D9}" presName="rootConnector" presStyleLbl="node3" presStyleIdx="0" presStyleCnt="4"/>
      <dgm:spPr/>
    </dgm:pt>
    <dgm:pt modelId="{EA950B0D-C83B-41FB-86DF-D40363F03681}" type="pres">
      <dgm:prSet presAssocID="{FF5A6521-5872-4009-9778-1287149969D9}" presName="hierChild4" presStyleCnt="0"/>
      <dgm:spPr/>
    </dgm:pt>
    <dgm:pt modelId="{E4B234E3-296F-44FC-826B-16986B24DA34}" type="pres">
      <dgm:prSet presAssocID="{FF5A6521-5872-4009-9778-1287149969D9}" presName="hierChild5" presStyleCnt="0"/>
      <dgm:spPr/>
    </dgm:pt>
    <dgm:pt modelId="{95FEE101-EAF5-4AA5-96AE-3F93096C1B97}" type="pres">
      <dgm:prSet presAssocID="{0D570C8E-FE90-4728-AEAA-6A0664E145FC}" presName="Name37" presStyleLbl="parChTrans1D3" presStyleIdx="1" presStyleCnt="4"/>
      <dgm:spPr/>
    </dgm:pt>
    <dgm:pt modelId="{FF36D0A9-5B96-4E17-AE57-E2F449BE8356}" type="pres">
      <dgm:prSet presAssocID="{9CD068C2-E4D6-4C44-92EE-912C4E427493}" presName="hierRoot2" presStyleCnt="0">
        <dgm:presLayoutVars>
          <dgm:hierBranch val="init"/>
        </dgm:presLayoutVars>
      </dgm:prSet>
      <dgm:spPr/>
    </dgm:pt>
    <dgm:pt modelId="{3A1B0C4B-D664-4CBB-B11E-7A49E6165A5F}" type="pres">
      <dgm:prSet presAssocID="{9CD068C2-E4D6-4C44-92EE-912C4E427493}" presName="rootComposite" presStyleCnt="0"/>
      <dgm:spPr/>
    </dgm:pt>
    <dgm:pt modelId="{ADCD83F5-F2F8-4425-B9E9-8DC22D06B9CB}" type="pres">
      <dgm:prSet presAssocID="{9CD068C2-E4D6-4C44-92EE-912C4E427493}" presName="rootText" presStyleLbl="node3" presStyleIdx="1" presStyleCnt="4" custScaleX="178581" custLinFactNeighborX="-29594" custLinFactNeighborY="-2873">
        <dgm:presLayoutVars>
          <dgm:chPref val="3"/>
        </dgm:presLayoutVars>
      </dgm:prSet>
      <dgm:spPr/>
    </dgm:pt>
    <dgm:pt modelId="{B8E6CBDB-8545-4FE9-AA85-90AC0A4AD183}" type="pres">
      <dgm:prSet presAssocID="{9CD068C2-E4D6-4C44-92EE-912C4E427493}" presName="rootConnector" presStyleLbl="node3" presStyleIdx="1" presStyleCnt="4"/>
      <dgm:spPr/>
    </dgm:pt>
    <dgm:pt modelId="{5CE9F004-DE2D-430A-81AE-4226CEF16C39}" type="pres">
      <dgm:prSet presAssocID="{9CD068C2-E4D6-4C44-92EE-912C4E427493}" presName="hierChild4" presStyleCnt="0"/>
      <dgm:spPr/>
    </dgm:pt>
    <dgm:pt modelId="{CED34DDF-E625-4586-B53F-052EE2473ECB}" type="pres">
      <dgm:prSet presAssocID="{9CD068C2-E4D6-4C44-92EE-912C4E427493}" presName="hierChild5" presStyleCnt="0"/>
      <dgm:spPr/>
    </dgm:pt>
    <dgm:pt modelId="{9E6904B8-7FFA-4048-9313-CB9DE7D718B0}" type="pres">
      <dgm:prSet presAssocID="{A7611E71-A33F-4559-BB40-2BC7541E7511}" presName="hierChild5" presStyleCnt="0"/>
      <dgm:spPr/>
    </dgm:pt>
    <dgm:pt modelId="{7FBC8676-63E2-4678-A2FD-E1D7AB5CFF2B}" type="pres">
      <dgm:prSet presAssocID="{E1567F9E-2C61-4975-9694-B4F4F593908D}" presName="Name37" presStyleLbl="parChTrans1D2" presStyleIdx="1" presStyleCnt="2"/>
      <dgm:spPr/>
    </dgm:pt>
    <dgm:pt modelId="{20FF59D0-5454-4976-8F98-A5CC601A0F15}" type="pres">
      <dgm:prSet presAssocID="{5810F5DB-B320-4615-8C42-5D62C4AFE301}" presName="hierRoot2" presStyleCnt="0">
        <dgm:presLayoutVars>
          <dgm:hierBranch val="init"/>
        </dgm:presLayoutVars>
      </dgm:prSet>
      <dgm:spPr/>
    </dgm:pt>
    <dgm:pt modelId="{E51DDBE0-2E47-4F8E-8B96-D381F8A3D147}" type="pres">
      <dgm:prSet presAssocID="{5810F5DB-B320-4615-8C42-5D62C4AFE301}" presName="rootComposite" presStyleCnt="0"/>
      <dgm:spPr/>
    </dgm:pt>
    <dgm:pt modelId="{5A875242-3BC8-44C5-B901-4998FB295A99}" type="pres">
      <dgm:prSet presAssocID="{5810F5DB-B320-4615-8C42-5D62C4AFE301}" presName="rootText" presStyleLbl="node2" presStyleIdx="1" presStyleCnt="2" custScaleX="208959" custLinFactNeighborX="24481" custLinFactNeighborY="33210">
        <dgm:presLayoutVars>
          <dgm:chPref val="3"/>
        </dgm:presLayoutVars>
      </dgm:prSet>
      <dgm:spPr/>
    </dgm:pt>
    <dgm:pt modelId="{2EC43D4C-ABDA-4E17-BBAA-0472AA2F7692}" type="pres">
      <dgm:prSet presAssocID="{5810F5DB-B320-4615-8C42-5D62C4AFE301}" presName="rootConnector" presStyleLbl="node2" presStyleIdx="1" presStyleCnt="2"/>
      <dgm:spPr/>
    </dgm:pt>
    <dgm:pt modelId="{B9FA5B04-A0AE-4F2B-B6E2-0983BD3B4D16}" type="pres">
      <dgm:prSet presAssocID="{5810F5DB-B320-4615-8C42-5D62C4AFE301}" presName="hierChild4" presStyleCnt="0"/>
      <dgm:spPr/>
    </dgm:pt>
    <dgm:pt modelId="{0685FF73-CD1F-4D85-A35C-B4B06D3823DE}" type="pres">
      <dgm:prSet presAssocID="{305AFCEB-1A3C-445B-A079-E7FD1DCD28B9}" presName="Name37" presStyleLbl="parChTrans1D3" presStyleIdx="2" presStyleCnt="4"/>
      <dgm:spPr/>
    </dgm:pt>
    <dgm:pt modelId="{4278829B-1F41-433B-811E-EA7988D9392D}" type="pres">
      <dgm:prSet presAssocID="{662B75D1-F161-4CC6-9DF5-0B5765C350DE}" presName="hierRoot2" presStyleCnt="0">
        <dgm:presLayoutVars>
          <dgm:hierBranch val="init"/>
        </dgm:presLayoutVars>
      </dgm:prSet>
      <dgm:spPr/>
    </dgm:pt>
    <dgm:pt modelId="{37F60A8E-219E-44F7-BDC8-779E730134F5}" type="pres">
      <dgm:prSet presAssocID="{662B75D1-F161-4CC6-9DF5-0B5765C350DE}" presName="rootComposite" presStyleCnt="0"/>
      <dgm:spPr/>
    </dgm:pt>
    <dgm:pt modelId="{FCBB1181-7576-4A8D-B09B-A6DAB666163A}" type="pres">
      <dgm:prSet presAssocID="{662B75D1-F161-4CC6-9DF5-0B5765C350DE}" presName="rootText" presStyleLbl="node3" presStyleIdx="2" presStyleCnt="4" custScaleX="165439" custLinFactNeighborX="15935" custLinFactNeighborY="24668">
        <dgm:presLayoutVars>
          <dgm:chPref val="3"/>
        </dgm:presLayoutVars>
      </dgm:prSet>
      <dgm:spPr/>
    </dgm:pt>
    <dgm:pt modelId="{8390DC13-69E2-4A9E-9B8A-482166C380ED}" type="pres">
      <dgm:prSet presAssocID="{662B75D1-F161-4CC6-9DF5-0B5765C350DE}" presName="rootConnector" presStyleLbl="node3" presStyleIdx="2" presStyleCnt="4"/>
      <dgm:spPr/>
    </dgm:pt>
    <dgm:pt modelId="{40C666F3-20C1-47AD-A4BE-D304C65C52FB}" type="pres">
      <dgm:prSet presAssocID="{662B75D1-F161-4CC6-9DF5-0B5765C350DE}" presName="hierChild4" presStyleCnt="0"/>
      <dgm:spPr/>
    </dgm:pt>
    <dgm:pt modelId="{C941BCAF-B7BB-4A93-A6CA-ECBAC61FF1FE}" type="pres">
      <dgm:prSet presAssocID="{662B75D1-F161-4CC6-9DF5-0B5765C350DE}" presName="hierChild5" presStyleCnt="0"/>
      <dgm:spPr/>
    </dgm:pt>
    <dgm:pt modelId="{E130A1DD-FB6C-4C52-A48B-33043E5A8673}" type="pres">
      <dgm:prSet presAssocID="{94C06600-AC27-4AE4-A55F-5D734328AF80}" presName="Name37" presStyleLbl="parChTrans1D3" presStyleIdx="3" presStyleCnt="4"/>
      <dgm:spPr/>
    </dgm:pt>
    <dgm:pt modelId="{D9C35384-3809-4E3C-B2A4-189A991B63CA}" type="pres">
      <dgm:prSet presAssocID="{649172D2-3119-455A-AAA6-E358C533069C}" presName="hierRoot2" presStyleCnt="0">
        <dgm:presLayoutVars>
          <dgm:hierBranch val="init"/>
        </dgm:presLayoutVars>
      </dgm:prSet>
      <dgm:spPr/>
    </dgm:pt>
    <dgm:pt modelId="{0EC4CFA3-905C-41F6-91B2-109378C16E2B}" type="pres">
      <dgm:prSet presAssocID="{649172D2-3119-455A-AAA6-E358C533069C}" presName="rootComposite" presStyleCnt="0"/>
      <dgm:spPr/>
    </dgm:pt>
    <dgm:pt modelId="{8305833C-C576-480C-B0C1-F82ADB15FAFC}" type="pres">
      <dgm:prSet presAssocID="{649172D2-3119-455A-AAA6-E358C533069C}" presName="rootText" presStyleLbl="node3" presStyleIdx="3" presStyleCnt="4" custScaleX="162613" custScaleY="86653" custLinFactNeighborX="15920" custLinFactNeighborY="-2873">
        <dgm:presLayoutVars>
          <dgm:chPref val="3"/>
        </dgm:presLayoutVars>
      </dgm:prSet>
      <dgm:spPr/>
    </dgm:pt>
    <dgm:pt modelId="{B26466C9-005F-40BB-B22E-02B4DD1E318C}" type="pres">
      <dgm:prSet presAssocID="{649172D2-3119-455A-AAA6-E358C533069C}" presName="rootConnector" presStyleLbl="node3" presStyleIdx="3" presStyleCnt="4"/>
      <dgm:spPr/>
    </dgm:pt>
    <dgm:pt modelId="{6A6BC01E-32CF-4B30-BD94-71AE183240B1}" type="pres">
      <dgm:prSet presAssocID="{649172D2-3119-455A-AAA6-E358C533069C}" presName="hierChild4" presStyleCnt="0"/>
      <dgm:spPr/>
    </dgm:pt>
    <dgm:pt modelId="{1B0EFA89-6735-447A-994E-9B5BAB89C4EF}" type="pres">
      <dgm:prSet presAssocID="{649172D2-3119-455A-AAA6-E358C533069C}" presName="hierChild5" presStyleCnt="0"/>
      <dgm:spPr/>
    </dgm:pt>
    <dgm:pt modelId="{4034A801-732F-4F90-A55C-6A31B87EF6ED}" type="pres">
      <dgm:prSet presAssocID="{5810F5DB-B320-4615-8C42-5D62C4AFE301}" presName="hierChild5" presStyleCnt="0"/>
      <dgm:spPr/>
    </dgm:pt>
    <dgm:pt modelId="{01CA6A21-C4CD-4E75-B190-6D9042B879B9}" type="pres">
      <dgm:prSet presAssocID="{2BD933D6-76DF-41BD-B750-C2F74D428097}" presName="hierChild3" presStyleCnt="0"/>
      <dgm:spPr/>
    </dgm:pt>
  </dgm:ptLst>
  <dgm:cxnLst>
    <dgm:cxn modelId="{82FE5106-CF91-436B-BD50-F9AFF0471BB8}" type="presOf" srcId="{662B75D1-F161-4CC6-9DF5-0B5765C350DE}" destId="{8390DC13-69E2-4A9E-9B8A-482166C380ED}" srcOrd="1" destOrd="0" presId="urn:microsoft.com/office/officeart/2005/8/layout/orgChart1"/>
    <dgm:cxn modelId="{A6D79818-8CAB-4DEA-BAD4-54FEE665D97C}" type="presOf" srcId="{649172D2-3119-455A-AAA6-E358C533069C}" destId="{8305833C-C576-480C-B0C1-F82ADB15FAFC}" srcOrd="0" destOrd="0" presId="urn:microsoft.com/office/officeart/2005/8/layout/orgChart1"/>
    <dgm:cxn modelId="{CA37771E-1B00-47A8-AC9B-E56DE47CAB54}" type="presOf" srcId="{EEFE7295-7341-4932-BCAF-2D7984824326}" destId="{292AE301-6B84-4795-8D60-18C6CA393371}" srcOrd="0" destOrd="0" presId="urn:microsoft.com/office/officeart/2005/8/layout/orgChart1"/>
    <dgm:cxn modelId="{F893252C-E982-4F5E-8657-C5C250ACEEA1}" srcId="{EEFE7295-7341-4932-BCAF-2D7984824326}" destId="{2BD933D6-76DF-41BD-B750-C2F74D428097}" srcOrd="0" destOrd="0" parTransId="{1171AB35-5505-4D77-8902-EFBFA9F5AA01}" sibTransId="{544F4949-1C0D-46C3-946F-C8E5250251E8}"/>
    <dgm:cxn modelId="{C88E6E62-F42B-4001-8DCF-B7DB93C48AA0}" type="presOf" srcId="{5810F5DB-B320-4615-8C42-5D62C4AFE301}" destId="{5A875242-3BC8-44C5-B901-4998FB295A99}" srcOrd="0" destOrd="0" presId="urn:microsoft.com/office/officeart/2005/8/layout/orgChart1"/>
    <dgm:cxn modelId="{324CC943-7D85-4BBD-BF58-C4A04C84137B}" type="presOf" srcId="{9CD068C2-E4D6-4C44-92EE-912C4E427493}" destId="{ADCD83F5-F2F8-4425-B9E9-8DC22D06B9CB}" srcOrd="0" destOrd="0" presId="urn:microsoft.com/office/officeart/2005/8/layout/orgChart1"/>
    <dgm:cxn modelId="{7FFD1545-AF1B-414C-91A1-F58D9FEC91AE}" type="presOf" srcId="{649172D2-3119-455A-AAA6-E358C533069C}" destId="{B26466C9-005F-40BB-B22E-02B4DD1E318C}" srcOrd="1" destOrd="0" presId="urn:microsoft.com/office/officeart/2005/8/layout/orgChart1"/>
    <dgm:cxn modelId="{7ED70866-0688-4C98-8478-6B252A28B078}" type="presOf" srcId="{A7611E71-A33F-4559-BB40-2BC7541E7511}" destId="{1B301BF2-9B75-4F68-AFDA-67708EC29F0A}" srcOrd="0" destOrd="0" presId="urn:microsoft.com/office/officeart/2005/8/layout/orgChart1"/>
    <dgm:cxn modelId="{B0C89E48-5EA5-454C-B01E-89F9AC188690}" type="presOf" srcId="{A7611E71-A33F-4559-BB40-2BC7541E7511}" destId="{71805DA8-2B2A-430C-AD0B-D292C98543C8}" srcOrd="1" destOrd="0" presId="urn:microsoft.com/office/officeart/2005/8/layout/orgChart1"/>
    <dgm:cxn modelId="{3F110E4A-AA81-4622-84CD-3BEB16B87E96}" srcId="{2BD933D6-76DF-41BD-B750-C2F74D428097}" destId="{5810F5DB-B320-4615-8C42-5D62C4AFE301}" srcOrd="1" destOrd="0" parTransId="{E1567F9E-2C61-4975-9694-B4F4F593908D}" sibTransId="{AA540535-9BCD-45F6-AB74-2C968522D829}"/>
    <dgm:cxn modelId="{FC5DD96A-EB08-43A2-9EE4-31C98A6C1996}" srcId="{2BD933D6-76DF-41BD-B750-C2F74D428097}" destId="{A7611E71-A33F-4559-BB40-2BC7541E7511}" srcOrd="0" destOrd="0" parTransId="{DF9C7244-701C-44CF-8D35-46F442DB0B56}" sibTransId="{EC738CD5-4693-4932-9C9D-2BD04D0B25EE}"/>
    <dgm:cxn modelId="{5E98816D-75C0-4106-8B56-0180AEB579F6}" type="presOf" srcId="{305AFCEB-1A3C-445B-A079-E7FD1DCD28B9}" destId="{0685FF73-CD1F-4D85-A35C-B4B06D3823DE}" srcOrd="0" destOrd="0" presId="urn:microsoft.com/office/officeart/2005/8/layout/orgChart1"/>
    <dgm:cxn modelId="{0510E94E-5A4D-412F-8970-203E08DE13D1}" type="presOf" srcId="{2BD933D6-76DF-41BD-B750-C2F74D428097}" destId="{A0E165D2-5838-49E7-96B8-64C8ABF0DAFA}" srcOrd="0" destOrd="0" presId="urn:microsoft.com/office/officeart/2005/8/layout/orgChart1"/>
    <dgm:cxn modelId="{88099B77-0420-4B9F-A42F-A0B9D8F3B40A}" type="presOf" srcId="{DF9C7244-701C-44CF-8D35-46F442DB0B56}" destId="{BBC02957-7A0D-4E90-A139-5EB4F83920A5}" srcOrd="0" destOrd="0" presId="urn:microsoft.com/office/officeart/2005/8/layout/orgChart1"/>
    <dgm:cxn modelId="{6F171058-C446-4C01-AF15-33002BFE98D0}" type="presOf" srcId="{662B75D1-F161-4CC6-9DF5-0B5765C350DE}" destId="{FCBB1181-7576-4A8D-B09B-A6DAB666163A}" srcOrd="0" destOrd="0" presId="urn:microsoft.com/office/officeart/2005/8/layout/orgChart1"/>
    <dgm:cxn modelId="{AA39497E-9E63-46CA-91C5-EBEB55149EDC}" type="presOf" srcId="{94C06600-AC27-4AE4-A55F-5D734328AF80}" destId="{E130A1DD-FB6C-4C52-A48B-33043E5A8673}" srcOrd="0" destOrd="0" presId="urn:microsoft.com/office/officeart/2005/8/layout/orgChart1"/>
    <dgm:cxn modelId="{6994C482-7A65-4B99-8348-B8ABC1EB3B5F}" srcId="{5810F5DB-B320-4615-8C42-5D62C4AFE301}" destId="{662B75D1-F161-4CC6-9DF5-0B5765C350DE}" srcOrd="0" destOrd="0" parTransId="{305AFCEB-1A3C-445B-A079-E7FD1DCD28B9}" sibTransId="{6A3142BC-BB4F-4E3A-8C31-E7EF6A376845}"/>
    <dgm:cxn modelId="{BD45AE85-8B54-4EBD-96C4-13C87CCD9B39}" type="presOf" srcId="{E1567F9E-2C61-4975-9694-B4F4F593908D}" destId="{7FBC8676-63E2-4678-A2FD-E1D7AB5CFF2B}" srcOrd="0" destOrd="0" presId="urn:microsoft.com/office/officeart/2005/8/layout/orgChart1"/>
    <dgm:cxn modelId="{C38CFCC6-B239-4F89-874B-DB43A83DC814}" type="presOf" srcId="{FF5A6521-5872-4009-9778-1287149969D9}" destId="{AFDC75F0-513B-4162-9003-BFDA97EB6151}" srcOrd="0" destOrd="0" presId="urn:microsoft.com/office/officeart/2005/8/layout/orgChart1"/>
    <dgm:cxn modelId="{5A875AC9-D23C-45F2-A1EE-743B858DED58}" srcId="{A7611E71-A33F-4559-BB40-2BC7541E7511}" destId="{9CD068C2-E4D6-4C44-92EE-912C4E427493}" srcOrd="1" destOrd="0" parTransId="{0D570C8E-FE90-4728-AEAA-6A0664E145FC}" sibTransId="{9F5F5ED2-F597-41DF-9C1A-03C2A13CB725}"/>
    <dgm:cxn modelId="{EB2AE7CC-5DC6-4994-98D5-209194049715}" srcId="{5810F5DB-B320-4615-8C42-5D62C4AFE301}" destId="{649172D2-3119-455A-AAA6-E358C533069C}" srcOrd="1" destOrd="0" parTransId="{94C06600-AC27-4AE4-A55F-5D734328AF80}" sibTransId="{0133AFEC-7C1F-46EB-BA51-EBC7028602DB}"/>
    <dgm:cxn modelId="{8412D7DA-E4A2-451E-8A14-BCB9DFDE1F36}" type="presOf" srcId="{0D570C8E-FE90-4728-AEAA-6A0664E145FC}" destId="{95FEE101-EAF5-4AA5-96AE-3F93096C1B97}" srcOrd="0" destOrd="0" presId="urn:microsoft.com/office/officeart/2005/8/layout/orgChart1"/>
    <dgm:cxn modelId="{D18041E4-0CFE-4349-857C-CF303BA2C582}" type="presOf" srcId="{35A51A4E-725A-43DE-AA24-4BC7F6CDE444}" destId="{DFF15E67-9A59-45DD-99F8-38595B8046F2}" srcOrd="0" destOrd="0" presId="urn:microsoft.com/office/officeart/2005/8/layout/orgChart1"/>
    <dgm:cxn modelId="{3DDB6FE7-8D72-4488-978D-9AD222664356}" srcId="{A7611E71-A33F-4559-BB40-2BC7541E7511}" destId="{FF5A6521-5872-4009-9778-1287149969D9}" srcOrd="0" destOrd="0" parTransId="{35A51A4E-725A-43DE-AA24-4BC7F6CDE444}" sibTransId="{792DE643-7111-4D03-9BE7-7ECB00851BFF}"/>
    <dgm:cxn modelId="{07C255E9-7230-4DFB-BA65-2EB11C59AA8E}" type="presOf" srcId="{5810F5DB-B320-4615-8C42-5D62C4AFE301}" destId="{2EC43D4C-ABDA-4E17-BBAA-0472AA2F7692}" srcOrd="1" destOrd="0" presId="urn:microsoft.com/office/officeart/2005/8/layout/orgChart1"/>
    <dgm:cxn modelId="{AA7934F2-F4C7-4E60-9425-9A29A265B7FB}" type="presOf" srcId="{9CD068C2-E4D6-4C44-92EE-912C4E427493}" destId="{B8E6CBDB-8545-4FE9-AA85-90AC0A4AD183}" srcOrd="1" destOrd="0" presId="urn:microsoft.com/office/officeart/2005/8/layout/orgChart1"/>
    <dgm:cxn modelId="{AD58D5F6-9E80-4F60-8565-1D2916ADF66E}" type="presOf" srcId="{2BD933D6-76DF-41BD-B750-C2F74D428097}" destId="{FB1AB3B1-0101-4565-9023-2EE45F7326C2}" srcOrd="1" destOrd="0" presId="urn:microsoft.com/office/officeart/2005/8/layout/orgChart1"/>
    <dgm:cxn modelId="{0595B6FC-22DA-49AB-B062-1E4C9ADA9A3F}" type="presOf" srcId="{FF5A6521-5872-4009-9778-1287149969D9}" destId="{3548F79B-B5DF-43D5-82F1-A803240C1143}" srcOrd="1" destOrd="0" presId="urn:microsoft.com/office/officeart/2005/8/layout/orgChart1"/>
    <dgm:cxn modelId="{177D7554-B7C8-45C9-BAEE-414FE2289D60}" type="presParOf" srcId="{292AE301-6B84-4795-8D60-18C6CA393371}" destId="{6401FAFD-78C6-4C2D-9AE9-FE41CEE1BB49}" srcOrd="0" destOrd="0" presId="urn:microsoft.com/office/officeart/2005/8/layout/orgChart1"/>
    <dgm:cxn modelId="{231E7491-3D9B-4647-8AAA-A27C258ED228}" type="presParOf" srcId="{6401FAFD-78C6-4C2D-9AE9-FE41CEE1BB49}" destId="{181FD3B9-130C-4D8D-B64C-5CA78CF899A5}" srcOrd="0" destOrd="0" presId="urn:microsoft.com/office/officeart/2005/8/layout/orgChart1"/>
    <dgm:cxn modelId="{156551DE-ADBB-4CD2-BF05-20965DD441D5}" type="presParOf" srcId="{181FD3B9-130C-4D8D-B64C-5CA78CF899A5}" destId="{A0E165D2-5838-49E7-96B8-64C8ABF0DAFA}" srcOrd="0" destOrd="0" presId="urn:microsoft.com/office/officeart/2005/8/layout/orgChart1"/>
    <dgm:cxn modelId="{9F2BBE17-AF0F-44BD-9C32-9B0F2A351D33}" type="presParOf" srcId="{181FD3B9-130C-4D8D-B64C-5CA78CF899A5}" destId="{FB1AB3B1-0101-4565-9023-2EE45F7326C2}" srcOrd="1" destOrd="0" presId="urn:microsoft.com/office/officeart/2005/8/layout/orgChart1"/>
    <dgm:cxn modelId="{1B3F6C7C-BFF4-4D36-802E-E145EC6A977D}" type="presParOf" srcId="{6401FAFD-78C6-4C2D-9AE9-FE41CEE1BB49}" destId="{11D490AA-4E05-436F-89D7-4594DDF24BA4}" srcOrd="1" destOrd="0" presId="urn:microsoft.com/office/officeart/2005/8/layout/orgChart1"/>
    <dgm:cxn modelId="{0B245891-A60C-49B5-BAE6-16A91E70B1E3}" type="presParOf" srcId="{11D490AA-4E05-436F-89D7-4594DDF24BA4}" destId="{BBC02957-7A0D-4E90-A139-5EB4F83920A5}" srcOrd="0" destOrd="0" presId="urn:microsoft.com/office/officeart/2005/8/layout/orgChart1"/>
    <dgm:cxn modelId="{1B417FDD-6CA8-4AD0-9B27-7058FBEB6ECF}" type="presParOf" srcId="{11D490AA-4E05-436F-89D7-4594DDF24BA4}" destId="{706BB809-89BA-4A22-9011-B2254010A066}" srcOrd="1" destOrd="0" presId="urn:microsoft.com/office/officeart/2005/8/layout/orgChart1"/>
    <dgm:cxn modelId="{52FE24B4-0C75-4AC7-B130-9F1E6C5F3770}" type="presParOf" srcId="{706BB809-89BA-4A22-9011-B2254010A066}" destId="{BEDD5493-B6BE-4D23-AC75-6012254E2E75}" srcOrd="0" destOrd="0" presId="urn:microsoft.com/office/officeart/2005/8/layout/orgChart1"/>
    <dgm:cxn modelId="{5420DD2B-1BC5-4BE5-B285-E0D66B2AB5EA}" type="presParOf" srcId="{BEDD5493-B6BE-4D23-AC75-6012254E2E75}" destId="{1B301BF2-9B75-4F68-AFDA-67708EC29F0A}" srcOrd="0" destOrd="0" presId="urn:microsoft.com/office/officeart/2005/8/layout/orgChart1"/>
    <dgm:cxn modelId="{A100C977-0C4D-4FE2-A915-58FAF421CE1D}" type="presParOf" srcId="{BEDD5493-B6BE-4D23-AC75-6012254E2E75}" destId="{71805DA8-2B2A-430C-AD0B-D292C98543C8}" srcOrd="1" destOrd="0" presId="urn:microsoft.com/office/officeart/2005/8/layout/orgChart1"/>
    <dgm:cxn modelId="{D343437B-47D3-48D6-AAE1-2DFD2993BA43}" type="presParOf" srcId="{706BB809-89BA-4A22-9011-B2254010A066}" destId="{DBF1A385-C7AD-4EDA-B942-1FD67D14ACE9}" srcOrd="1" destOrd="0" presId="urn:microsoft.com/office/officeart/2005/8/layout/orgChart1"/>
    <dgm:cxn modelId="{44B7CAD3-005D-49A9-8A2D-52CAFCAB9FF3}" type="presParOf" srcId="{DBF1A385-C7AD-4EDA-B942-1FD67D14ACE9}" destId="{DFF15E67-9A59-45DD-99F8-38595B8046F2}" srcOrd="0" destOrd="0" presId="urn:microsoft.com/office/officeart/2005/8/layout/orgChart1"/>
    <dgm:cxn modelId="{7EA5F51E-11C0-44A2-AD5E-4E259ADA47E9}" type="presParOf" srcId="{DBF1A385-C7AD-4EDA-B942-1FD67D14ACE9}" destId="{3776C39B-E963-4A9E-9B98-71D47E4E7FCE}" srcOrd="1" destOrd="0" presId="urn:microsoft.com/office/officeart/2005/8/layout/orgChart1"/>
    <dgm:cxn modelId="{FFFCE302-69FB-4EA8-AC04-2FBF7D3650D2}" type="presParOf" srcId="{3776C39B-E963-4A9E-9B98-71D47E4E7FCE}" destId="{E9393B8B-1B8A-4FD2-8836-CD9923310526}" srcOrd="0" destOrd="0" presId="urn:microsoft.com/office/officeart/2005/8/layout/orgChart1"/>
    <dgm:cxn modelId="{8DE308D9-EEA7-4D15-9833-1328CC0361E5}" type="presParOf" srcId="{E9393B8B-1B8A-4FD2-8836-CD9923310526}" destId="{AFDC75F0-513B-4162-9003-BFDA97EB6151}" srcOrd="0" destOrd="0" presId="urn:microsoft.com/office/officeart/2005/8/layout/orgChart1"/>
    <dgm:cxn modelId="{D4AA35BA-45B0-4C2B-B0D6-0DFB14FEF792}" type="presParOf" srcId="{E9393B8B-1B8A-4FD2-8836-CD9923310526}" destId="{3548F79B-B5DF-43D5-82F1-A803240C1143}" srcOrd="1" destOrd="0" presId="urn:microsoft.com/office/officeart/2005/8/layout/orgChart1"/>
    <dgm:cxn modelId="{2A6330CF-7DCF-4019-B0AB-B0583082AD30}" type="presParOf" srcId="{3776C39B-E963-4A9E-9B98-71D47E4E7FCE}" destId="{EA950B0D-C83B-41FB-86DF-D40363F03681}" srcOrd="1" destOrd="0" presId="urn:microsoft.com/office/officeart/2005/8/layout/orgChart1"/>
    <dgm:cxn modelId="{250496C0-AA36-4693-8596-ED9FFFF67C9B}" type="presParOf" srcId="{3776C39B-E963-4A9E-9B98-71D47E4E7FCE}" destId="{E4B234E3-296F-44FC-826B-16986B24DA34}" srcOrd="2" destOrd="0" presId="urn:microsoft.com/office/officeart/2005/8/layout/orgChart1"/>
    <dgm:cxn modelId="{475F61B8-3BF6-46C6-BCFB-E363B45E7EE1}" type="presParOf" srcId="{DBF1A385-C7AD-4EDA-B942-1FD67D14ACE9}" destId="{95FEE101-EAF5-4AA5-96AE-3F93096C1B97}" srcOrd="2" destOrd="0" presId="urn:microsoft.com/office/officeart/2005/8/layout/orgChart1"/>
    <dgm:cxn modelId="{B8486239-BB85-4746-A642-9647CCF461EB}" type="presParOf" srcId="{DBF1A385-C7AD-4EDA-B942-1FD67D14ACE9}" destId="{FF36D0A9-5B96-4E17-AE57-E2F449BE8356}" srcOrd="3" destOrd="0" presId="urn:microsoft.com/office/officeart/2005/8/layout/orgChart1"/>
    <dgm:cxn modelId="{FBEF84AB-6A1B-4FC6-90CD-CFE325A02DC1}" type="presParOf" srcId="{FF36D0A9-5B96-4E17-AE57-E2F449BE8356}" destId="{3A1B0C4B-D664-4CBB-B11E-7A49E6165A5F}" srcOrd="0" destOrd="0" presId="urn:microsoft.com/office/officeart/2005/8/layout/orgChart1"/>
    <dgm:cxn modelId="{9A730D2D-1F48-4EA7-9986-CB47291ECFB3}" type="presParOf" srcId="{3A1B0C4B-D664-4CBB-B11E-7A49E6165A5F}" destId="{ADCD83F5-F2F8-4425-B9E9-8DC22D06B9CB}" srcOrd="0" destOrd="0" presId="urn:microsoft.com/office/officeart/2005/8/layout/orgChart1"/>
    <dgm:cxn modelId="{E21E2731-DB0F-4CB8-AF19-D556DCBA38C6}" type="presParOf" srcId="{3A1B0C4B-D664-4CBB-B11E-7A49E6165A5F}" destId="{B8E6CBDB-8545-4FE9-AA85-90AC0A4AD183}" srcOrd="1" destOrd="0" presId="urn:microsoft.com/office/officeart/2005/8/layout/orgChart1"/>
    <dgm:cxn modelId="{87ECAC98-797E-4902-84B1-0D6633F48EE2}" type="presParOf" srcId="{FF36D0A9-5B96-4E17-AE57-E2F449BE8356}" destId="{5CE9F004-DE2D-430A-81AE-4226CEF16C39}" srcOrd="1" destOrd="0" presId="urn:microsoft.com/office/officeart/2005/8/layout/orgChart1"/>
    <dgm:cxn modelId="{7D0479D7-E729-4CF1-AAB4-20497ACA1CB5}" type="presParOf" srcId="{FF36D0A9-5B96-4E17-AE57-E2F449BE8356}" destId="{CED34DDF-E625-4586-B53F-052EE2473ECB}" srcOrd="2" destOrd="0" presId="urn:microsoft.com/office/officeart/2005/8/layout/orgChart1"/>
    <dgm:cxn modelId="{93B16B96-155E-4559-9A59-5943EDB4657F}" type="presParOf" srcId="{706BB809-89BA-4A22-9011-B2254010A066}" destId="{9E6904B8-7FFA-4048-9313-CB9DE7D718B0}" srcOrd="2" destOrd="0" presId="urn:microsoft.com/office/officeart/2005/8/layout/orgChart1"/>
    <dgm:cxn modelId="{AB24686D-213F-48B4-9C59-F9C555A743A4}" type="presParOf" srcId="{11D490AA-4E05-436F-89D7-4594DDF24BA4}" destId="{7FBC8676-63E2-4678-A2FD-E1D7AB5CFF2B}" srcOrd="2" destOrd="0" presId="urn:microsoft.com/office/officeart/2005/8/layout/orgChart1"/>
    <dgm:cxn modelId="{BB41379E-8600-40A6-A677-8DEACDE4006E}" type="presParOf" srcId="{11D490AA-4E05-436F-89D7-4594DDF24BA4}" destId="{20FF59D0-5454-4976-8F98-A5CC601A0F15}" srcOrd="3" destOrd="0" presId="urn:microsoft.com/office/officeart/2005/8/layout/orgChart1"/>
    <dgm:cxn modelId="{42AF61D8-EB59-4D64-96EF-B76C8ED35AAB}" type="presParOf" srcId="{20FF59D0-5454-4976-8F98-A5CC601A0F15}" destId="{E51DDBE0-2E47-4F8E-8B96-D381F8A3D147}" srcOrd="0" destOrd="0" presId="urn:microsoft.com/office/officeart/2005/8/layout/orgChart1"/>
    <dgm:cxn modelId="{39D316B7-B49D-4213-912C-AC8611DCBB95}" type="presParOf" srcId="{E51DDBE0-2E47-4F8E-8B96-D381F8A3D147}" destId="{5A875242-3BC8-44C5-B901-4998FB295A99}" srcOrd="0" destOrd="0" presId="urn:microsoft.com/office/officeart/2005/8/layout/orgChart1"/>
    <dgm:cxn modelId="{70DCE153-BE49-4633-B55B-A05D791BEDF0}" type="presParOf" srcId="{E51DDBE0-2E47-4F8E-8B96-D381F8A3D147}" destId="{2EC43D4C-ABDA-4E17-BBAA-0472AA2F7692}" srcOrd="1" destOrd="0" presId="urn:microsoft.com/office/officeart/2005/8/layout/orgChart1"/>
    <dgm:cxn modelId="{8F12755E-2E35-441B-9990-FC5D154194E5}" type="presParOf" srcId="{20FF59D0-5454-4976-8F98-A5CC601A0F15}" destId="{B9FA5B04-A0AE-4F2B-B6E2-0983BD3B4D16}" srcOrd="1" destOrd="0" presId="urn:microsoft.com/office/officeart/2005/8/layout/orgChart1"/>
    <dgm:cxn modelId="{1EC85034-8F0E-40E7-A089-E36A0ABAA87D}" type="presParOf" srcId="{B9FA5B04-A0AE-4F2B-B6E2-0983BD3B4D16}" destId="{0685FF73-CD1F-4D85-A35C-B4B06D3823DE}" srcOrd="0" destOrd="0" presId="urn:microsoft.com/office/officeart/2005/8/layout/orgChart1"/>
    <dgm:cxn modelId="{DB92EDFA-D1DF-478F-880F-AB71CEBC1BEF}" type="presParOf" srcId="{B9FA5B04-A0AE-4F2B-B6E2-0983BD3B4D16}" destId="{4278829B-1F41-433B-811E-EA7988D9392D}" srcOrd="1" destOrd="0" presId="urn:microsoft.com/office/officeart/2005/8/layout/orgChart1"/>
    <dgm:cxn modelId="{FCCAD7F2-87C6-4C32-9059-0CAE4FEBAD02}" type="presParOf" srcId="{4278829B-1F41-433B-811E-EA7988D9392D}" destId="{37F60A8E-219E-44F7-BDC8-779E730134F5}" srcOrd="0" destOrd="0" presId="urn:microsoft.com/office/officeart/2005/8/layout/orgChart1"/>
    <dgm:cxn modelId="{BEA14567-2A4C-47F8-9D4B-9646B6F2FACE}" type="presParOf" srcId="{37F60A8E-219E-44F7-BDC8-779E730134F5}" destId="{FCBB1181-7576-4A8D-B09B-A6DAB666163A}" srcOrd="0" destOrd="0" presId="urn:microsoft.com/office/officeart/2005/8/layout/orgChart1"/>
    <dgm:cxn modelId="{479125F0-6B3C-4E86-BC73-FACFA5522035}" type="presParOf" srcId="{37F60A8E-219E-44F7-BDC8-779E730134F5}" destId="{8390DC13-69E2-4A9E-9B8A-482166C380ED}" srcOrd="1" destOrd="0" presId="urn:microsoft.com/office/officeart/2005/8/layout/orgChart1"/>
    <dgm:cxn modelId="{78CD3FBE-4883-4D82-A045-022F38C819D1}" type="presParOf" srcId="{4278829B-1F41-433B-811E-EA7988D9392D}" destId="{40C666F3-20C1-47AD-A4BE-D304C65C52FB}" srcOrd="1" destOrd="0" presId="urn:microsoft.com/office/officeart/2005/8/layout/orgChart1"/>
    <dgm:cxn modelId="{5C5EFF09-6228-4AF2-BC7A-00830FCCD9B1}" type="presParOf" srcId="{4278829B-1F41-433B-811E-EA7988D9392D}" destId="{C941BCAF-B7BB-4A93-A6CA-ECBAC61FF1FE}" srcOrd="2" destOrd="0" presId="urn:microsoft.com/office/officeart/2005/8/layout/orgChart1"/>
    <dgm:cxn modelId="{39DCE890-FE1F-4600-B607-73F4DC0BAC8D}" type="presParOf" srcId="{B9FA5B04-A0AE-4F2B-B6E2-0983BD3B4D16}" destId="{E130A1DD-FB6C-4C52-A48B-33043E5A8673}" srcOrd="2" destOrd="0" presId="urn:microsoft.com/office/officeart/2005/8/layout/orgChart1"/>
    <dgm:cxn modelId="{C63BE69D-3DA8-4E9F-A05B-408584502B1B}" type="presParOf" srcId="{B9FA5B04-A0AE-4F2B-B6E2-0983BD3B4D16}" destId="{D9C35384-3809-4E3C-B2A4-189A991B63CA}" srcOrd="3" destOrd="0" presId="urn:microsoft.com/office/officeart/2005/8/layout/orgChart1"/>
    <dgm:cxn modelId="{E2DD06AC-D4B5-4E2D-B41C-4848208109E0}" type="presParOf" srcId="{D9C35384-3809-4E3C-B2A4-189A991B63CA}" destId="{0EC4CFA3-905C-41F6-91B2-109378C16E2B}" srcOrd="0" destOrd="0" presId="urn:microsoft.com/office/officeart/2005/8/layout/orgChart1"/>
    <dgm:cxn modelId="{8B3101E8-BC4B-4E83-8738-46AF4FE631E3}" type="presParOf" srcId="{0EC4CFA3-905C-41F6-91B2-109378C16E2B}" destId="{8305833C-C576-480C-B0C1-F82ADB15FAFC}" srcOrd="0" destOrd="0" presId="urn:microsoft.com/office/officeart/2005/8/layout/orgChart1"/>
    <dgm:cxn modelId="{99891447-ABD5-4615-99AC-505A93404C58}" type="presParOf" srcId="{0EC4CFA3-905C-41F6-91B2-109378C16E2B}" destId="{B26466C9-005F-40BB-B22E-02B4DD1E318C}" srcOrd="1" destOrd="0" presId="urn:microsoft.com/office/officeart/2005/8/layout/orgChart1"/>
    <dgm:cxn modelId="{0C310AEC-EC75-42C7-8D3F-2AF86E9F9E0D}" type="presParOf" srcId="{D9C35384-3809-4E3C-B2A4-189A991B63CA}" destId="{6A6BC01E-32CF-4B30-BD94-71AE183240B1}" srcOrd="1" destOrd="0" presId="urn:microsoft.com/office/officeart/2005/8/layout/orgChart1"/>
    <dgm:cxn modelId="{DDB6F239-96A7-4548-9042-258C530F2E4B}" type="presParOf" srcId="{D9C35384-3809-4E3C-B2A4-189A991B63CA}" destId="{1B0EFA89-6735-447A-994E-9B5BAB89C4EF}" srcOrd="2" destOrd="0" presId="urn:microsoft.com/office/officeart/2005/8/layout/orgChart1"/>
    <dgm:cxn modelId="{84F593E6-3DCE-4F3A-9818-743352185FF8}" type="presParOf" srcId="{20FF59D0-5454-4976-8F98-A5CC601A0F15}" destId="{4034A801-732F-4F90-A55C-6A31B87EF6ED}" srcOrd="2" destOrd="0" presId="urn:microsoft.com/office/officeart/2005/8/layout/orgChart1"/>
    <dgm:cxn modelId="{046666C5-C44E-401A-8E75-21DEDD2B1F7C}" type="presParOf" srcId="{6401FAFD-78C6-4C2D-9AE9-FE41CEE1BB49}" destId="{01CA6A21-C4CD-4E75-B190-6D9042B879B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02A7F-EF93-4CF8-B928-181884483E9F}">
      <dsp:nvSpPr>
        <dsp:cNvPr id="0" name=""/>
        <dsp:cNvSpPr/>
      </dsp:nvSpPr>
      <dsp:spPr>
        <a:xfrm>
          <a:off x="0" y="264899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C0E690-CCAB-4FE8-AF54-3444D245118D}">
      <dsp:nvSpPr>
        <dsp:cNvPr id="0" name=""/>
        <dsp:cNvSpPr/>
      </dsp:nvSpPr>
      <dsp:spPr>
        <a:xfrm>
          <a:off x="426720" y="13979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800" b="1" kern="1200" dirty="0">
              <a:latin typeface="Cambria" panose="02040503050406030204" pitchFamily="18" charset="0"/>
            </a:rPr>
            <a:t>Các khái niệm </a:t>
          </a:r>
          <a:r>
            <a:rPr lang="en-US" sz="2800" b="1" kern="1200" dirty="0">
              <a:latin typeface="Cambria" panose="02040503050406030204" pitchFamily="18" charset="0"/>
            </a:rPr>
            <a:t>về quản lý bộ nhớ</a:t>
          </a:r>
        </a:p>
      </dsp:txBody>
      <dsp:txXfrm>
        <a:off x="451218" y="38477"/>
        <a:ext cx="6382280" cy="452844"/>
      </dsp:txXfrm>
    </dsp:sp>
    <dsp:sp modelId="{0EE1AA6B-66B9-4EE5-9E8B-C6D8CD5663BA}">
      <dsp:nvSpPr>
        <dsp:cNvPr id="0" name=""/>
        <dsp:cNvSpPr/>
      </dsp:nvSpPr>
      <dsp:spPr>
        <a:xfrm>
          <a:off x="0" y="1036019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990F3B-504B-428E-96EE-3F550EC3EE7F}">
      <dsp:nvSpPr>
        <dsp:cNvPr id="0" name=""/>
        <dsp:cNvSpPr/>
      </dsp:nvSpPr>
      <dsp:spPr>
        <a:xfrm>
          <a:off x="426720" y="785099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Cambria" panose="02040503050406030204" pitchFamily="18" charset="0"/>
            </a:rPr>
            <a:t>Chuyển đổi địa chỉ</a:t>
          </a:r>
        </a:p>
      </dsp:txBody>
      <dsp:txXfrm>
        <a:off x="451218" y="809597"/>
        <a:ext cx="6382280" cy="452844"/>
      </dsp:txXfrm>
    </dsp:sp>
    <dsp:sp modelId="{9D2A5882-CF3A-452C-853B-1CCD2C2E38D5}">
      <dsp:nvSpPr>
        <dsp:cNvPr id="0" name=""/>
        <dsp:cNvSpPr/>
      </dsp:nvSpPr>
      <dsp:spPr>
        <a:xfrm>
          <a:off x="0" y="1807139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4B0246D-4B6F-4626-B33A-9D3BD89F14EA}">
      <dsp:nvSpPr>
        <dsp:cNvPr id="0" name=""/>
        <dsp:cNvSpPr/>
      </dsp:nvSpPr>
      <dsp:spPr>
        <a:xfrm>
          <a:off x="426720" y="1556219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2800" b="1" kern="1200" dirty="0">
              <a:latin typeface="Cambria" panose="02040503050406030204" pitchFamily="18" charset="0"/>
            </a:rPr>
            <a:t>Các kỹ thuật tối ưu</a:t>
          </a:r>
          <a:r>
            <a:rPr lang="en-US" sz="2800" b="1" kern="1200" dirty="0">
              <a:latin typeface="Cambria" panose="02040503050406030204" pitchFamily="18" charset="0"/>
            </a:rPr>
            <a:t> sử dụng</a:t>
          </a:r>
          <a:r>
            <a:rPr lang="vi-VN" sz="2800" b="1" kern="1200" dirty="0">
              <a:latin typeface="Cambria" panose="02040503050406030204" pitchFamily="18" charset="0"/>
            </a:rPr>
            <a:t> bộ nhớ</a:t>
          </a:r>
          <a:endParaRPr lang="en-US" sz="2800" b="1" kern="1200" dirty="0">
            <a:latin typeface="Cambria" panose="02040503050406030204" pitchFamily="18" charset="0"/>
          </a:endParaRPr>
        </a:p>
      </dsp:txBody>
      <dsp:txXfrm>
        <a:off x="451218" y="1580717"/>
        <a:ext cx="6382280" cy="452844"/>
      </dsp:txXfrm>
    </dsp:sp>
    <dsp:sp modelId="{1236F482-D3C1-46E7-AB36-78CB3AE244ED}">
      <dsp:nvSpPr>
        <dsp:cNvPr id="0" name=""/>
        <dsp:cNvSpPr/>
      </dsp:nvSpPr>
      <dsp:spPr>
        <a:xfrm>
          <a:off x="0" y="2578259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AA8EEA-F9AF-464D-9615-120FAB2747B1}">
      <dsp:nvSpPr>
        <dsp:cNvPr id="0" name=""/>
        <dsp:cNvSpPr/>
      </dsp:nvSpPr>
      <dsp:spPr>
        <a:xfrm>
          <a:off x="426720" y="2327339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Cambria" panose="02040503050406030204" pitchFamily="18" charset="0"/>
            </a:rPr>
            <a:t>Cấp phát bộ nhớ cho tiến trình</a:t>
          </a:r>
        </a:p>
      </dsp:txBody>
      <dsp:txXfrm>
        <a:off x="451218" y="2351837"/>
        <a:ext cx="6382280" cy="452844"/>
      </dsp:txXfrm>
    </dsp:sp>
    <dsp:sp modelId="{470C2254-534E-424C-B327-5D5C1A7447F6}">
      <dsp:nvSpPr>
        <dsp:cNvPr id="0" name=""/>
        <dsp:cNvSpPr/>
      </dsp:nvSpPr>
      <dsp:spPr>
        <a:xfrm>
          <a:off x="0" y="3349379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EA6102-B240-4F81-9E6A-64F080D1BE13}">
      <dsp:nvSpPr>
        <dsp:cNvPr id="0" name=""/>
        <dsp:cNvSpPr/>
      </dsp:nvSpPr>
      <dsp:spPr>
        <a:xfrm>
          <a:off x="426720" y="3098459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Cambria" panose="02040503050406030204" pitchFamily="18" charset="0"/>
            </a:rPr>
            <a:t>Kỹ thuật Phân trang (paging)</a:t>
          </a:r>
          <a:endParaRPr lang="en-US" sz="2800" b="1" kern="1200" dirty="0">
            <a:latin typeface="Cambria" panose="02040503050406030204" pitchFamily="18" charset="0"/>
          </a:endParaRPr>
        </a:p>
      </dsp:txBody>
      <dsp:txXfrm>
        <a:off x="451218" y="3122957"/>
        <a:ext cx="6382280" cy="452844"/>
      </dsp:txXfrm>
    </dsp:sp>
    <dsp:sp modelId="{DC45D745-F429-4652-A7CE-0D68F06722C0}">
      <dsp:nvSpPr>
        <dsp:cNvPr id="0" name=""/>
        <dsp:cNvSpPr/>
      </dsp:nvSpPr>
      <dsp:spPr>
        <a:xfrm>
          <a:off x="0" y="4120500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3D73058-0FB9-4964-983E-EA87E91D719F}">
      <dsp:nvSpPr>
        <dsp:cNvPr id="0" name=""/>
        <dsp:cNvSpPr/>
      </dsp:nvSpPr>
      <dsp:spPr>
        <a:xfrm>
          <a:off x="426720" y="3869580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>
              <a:latin typeface="Cambria" panose="02040503050406030204" pitchFamily="18" charset="0"/>
            </a:rPr>
            <a:t>Thay thế trang (Page Replacement) </a:t>
          </a:r>
        </a:p>
      </dsp:txBody>
      <dsp:txXfrm>
        <a:off x="451218" y="3894078"/>
        <a:ext cx="6382280" cy="452844"/>
      </dsp:txXfrm>
    </dsp:sp>
    <dsp:sp modelId="{0E251870-DDCB-4D68-A233-1BF3680AD472}">
      <dsp:nvSpPr>
        <dsp:cNvPr id="0" name=""/>
        <dsp:cNvSpPr/>
      </dsp:nvSpPr>
      <dsp:spPr>
        <a:xfrm>
          <a:off x="0" y="4891620"/>
          <a:ext cx="8534400" cy="4284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3DE40E4-1C9F-4365-A89A-C4B81840204A}">
      <dsp:nvSpPr>
        <dsp:cNvPr id="0" name=""/>
        <dsp:cNvSpPr/>
      </dsp:nvSpPr>
      <dsp:spPr>
        <a:xfrm>
          <a:off x="426720" y="4640700"/>
          <a:ext cx="6431276" cy="50184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>
              <a:latin typeface="Cambria" panose="02040503050406030204" pitchFamily="18" charset="0"/>
            </a:rPr>
            <a:t>Kỹ thuật Phân đoạn (Segmentation)</a:t>
          </a:r>
          <a:endParaRPr lang="en-US" sz="2800" b="1" kern="1200" dirty="0">
            <a:latin typeface="Cambria" panose="02040503050406030204" pitchFamily="18" charset="0"/>
          </a:endParaRPr>
        </a:p>
      </dsp:txBody>
      <dsp:txXfrm>
        <a:off x="451218" y="4665198"/>
        <a:ext cx="6382280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83369F-2FBB-4782-A989-36EECEFC00B0}">
      <dsp:nvSpPr>
        <dsp:cNvPr id="0" name=""/>
        <dsp:cNvSpPr/>
      </dsp:nvSpPr>
      <dsp:spPr>
        <a:xfrm>
          <a:off x="6697" y="0"/>
          <a:ext cx="2001738" cy="736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Symbolic address</a:t>
          </a:r>
        </a:p>
      </dsp:txBody>
      <dsp:txXfrm>
        <a:off x="28271" y="21574"/>
        <a:ext cx="1958590" cy="693452"/>
      </dsp:txXfrm>
    </dsp:sp>
    <dsp:sp modelId="{4E57FE1B-AB6F-4920-B461-59AFE1BDBD14}">
      <dsp:nvSpPr>
        <dsp:cNvPr id="0" name=""/>
        <dsp:cNvSpPr/>
      </dsp:nvSpPr>
      <dsp:spPr>
        <a:xfrm>
          <a:off x="2208609" y="120084"/>
          <a:ext cx="424368" cy="496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2208609" y="219370"/>
        <a:ext cx="297058" cy="297859"/>
      </dsp:txXfrm>
    </dsp:sp>
    <dsp:sp modelId="{E54ADE98-B315-46B6-902C-07B835D467D4}">
      <dsp:nvSpPr>
        <dsp:cNvPr id="0" name=""/>
        <dsp:cNvSpPr/>
      </dsp:nvSpPr>
      <dsp:spPr>
        <a:xfrm>
          <a:off x="2809130" y="0"/>
          <a:ext cx="2001738" cy="736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Relocatable address</a:t>
          </a:r>
        </a:p>
      </dsp:txBody>
      <dsp:txXfrm>
        <a:off x="2830704" y="21574"/>
        <a:ext cx="1958590" cy="693452"/>
      </dsp:txXfrm>
    </dsp:sp>
    <dsp:sp modelId="{D7265047-53C7-4310-B1BE-0C0D23BF211C}">
      <dsp:nvSpPr>
        <dsp:cNvPr id="0" name=""/>
        <dsp:cNvSpPr/>
      </dsp:nvSpPr>
      <dsp:spPr>
        <a:xfrm>
          <a:off x="5011042" y="120084"/>
          <a:ext cx="424368" cy="4964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5011042" y="219370"/>
        <a:ext cx="297058" cy="297859"/>
      </dsp:txXfrm>
    </dsp:sp>
    <dsp:sp modelId="{53EABF25-6800-4637-AE0A-EC54C8C15DAE}">
      <dsp:nvSpPr>
        <dsp:cNvPr id="0" name=""/>
        <dsp:cNvSpPr/>
      </dsp:nvSpPr>
      <dsp:spPr>
        <a:xfrm>
          <a:off x="5611564" y="0"/>
          <a:ext cx="2001738" cy="736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Physical address</a:t>
          </a:r>
        </a:p>
      </dsp:txBody>
      <dsp:txXfrm>
        <a:off x="5633138" y="21574"/>
        <a:ext cx="1958590" cy="693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0A1DD-FB6C-4C52-A48B-33043E5A8673}">
      <dsp:nvSpPr>
        <dsp:cNvPr id="0" name=""/>
        <dsp:cNvSpPr/>
      </dsp:nvSpPr>
      <dsp:spPr>
        <a:xfrm>
          <a:off x="4865630" y="2286000"/>
          <a:ext cx="427869" cy="174223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42234"/>
              </a:lnTo>
              <a:lnTo>
                <a:pt x="427869" y="174223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85FF73-CD1F-4D85-A35C-B4B06D3823DE}">
      <dsp:nvSpPr>
        <dsp:cNvPr id="0" name=""/>
        <dsp:cNvSpPr/>
      </dsp:nvSpPr>
      <dsp:spPr>
        <a:xfrm>
          <a:off x="4865630" y="2286000"/>
          <a:ext cx="412212" cy="760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304"/>
              </a:lnTo>
              <a:lnTo>
                <a:pt x="412212" y="76030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BC8676-63E2-4678-A2FD-E1D7AB5CFF2B}">
      <dsp:nvSpPr>
        <dsp:cNvPr id="0" name=""/>
        <dsp:cNvSpPr/>
      </dsp:nvSpPr>
      <dsp:spPr>
        <a:xfrm>
          <a:off x="4234245" y="688536"/>
          <a:ext cx="2154284" cy="6864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5150"/>
              </a:lnTo>
              <a:lnTo>
                <a:pt x="2154284" y="495150"/>
              </a:lnTo>
              <a:lnTo>
                <a:pt x="2154284" y="6864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FEE101-EAF5-4AA5-96AE-3F93096C1B97}">
      <dsp:nvSpPr>
        <dsp:cNvPr id="0" name=""/>
        <dsp:cNvSpPr/>
      </dsp:nvSpPr>
      <dsp:spPr>
        <a:xfrm>
          <a:off x="343189" y="2286000"/>
          <a:ext cx="240662" cy="180302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3029"/>
              </a:lnTo>
              <a:lnTo>
                <a:pt x="240662" y="180302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F15E67-9A59-45DD-99F8-38595B8046F2}">
      <dsp:nvSpPr>
        <dsp:cNvPr id="0" name=""/>
        <dsp:cNvSpPr/>
      </dsp:nvSpPr>
      <dsp:spPr>
        <a:xfrm>
          <a:off x="343189" y="2286000"/>
          <a:ext cx="240662" cy="7441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44152"/>
              </a:lnTo>
              <a:lnTo>
                <a:pt x="240662" y="74415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C02957-7A0D-4E90-A139-5EB4F83920A5}">
      <dsp:nvSpPr>
        <dsp:cNvPr id="0" name=""/>
        <dsp:cNvSpPr/>
      </dsp:nvSpPr>
      <dsp:spPr>
        <a:xfrm>
          <a:off x="1701028" y="688536"/>
          <a:ext cx="2533217" cy="686460"/>
        </a:xfrm>
        <a:custGeom>
          <a:avLst/>
          <a:gdLst/>
          <a:ahLst/>
          <a:cxnLst/>
          <a:rect l="0" t="0" r="0" b="0"/>
          <a:pathLst>
            <a:path>
              <a:moveTo>
                <a:pt x="2533217" y="0"/>
              </a:moveTo>
              <a:lnTo>
                <a:pt x="2533217" y="495150"/>
              </a:lnTo>
              <a:lnTo>
                <a:pt x="0" y="495150"/>
              </a:lnTo>
              <a:lnTo>
                <a:pt x="0" y="6864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E165D2-5838-49E7-96B8-64C8ABF0DAFA}">
      <dsp:nvSpPr>
        <dsp:cNvPr id="0" name=""/>
        <dsp:cNvSpPr/>
      </dsp:nvSpPr>
      <dsp:spPr>
        <a:xfrm>
          <a:off x="2508741" y="0"/>
          <a:ext cx="3451007" cy="688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Kỹ thuật cấp phát bộ nhớ</a:t>
          </a:r>
        </a:p>
      </dsp:txBody>
      <dsp:txXfrm>
        <a:off x="2508741" y="0"/>
        <a:ext cx="3451007" cy="688536"/>
      </dsp:txXfrm>
    </dsp:sp>
    <dsp:sp modelId="{1B301BF2-9B75-4F68-AFDA-67708EC29F0A}">
      <dsp:nvSpPr>
        <dsp:cNvPr id="0" name=""/>
        <dsp:cNvSpPr/>
      </dsp:nvSpPr>
      <dsp:spPr>
        <a:xfrm>
          <a:off x="3729" y="1374996"/>
          <a:ext cx="3394597" cy="9110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Cấp phát bộ nhớ liên tục</a:t>
          </a:r>
        </a:p>
      </dsp:txBody>
      <dsp:txXfrm>
        <a:off x="3729" y="1374996"/>
        <a:ext cx="3394597" cy="911003"/>
      </dsp:txXfrm>
    </dsp:sp>
    <dsp:sp modelId="{AFDC75F0-513B-4162-9003-BFDA97EB6151}">
      <dsp:nvSpPr>
        <dsp:cNvPr id="0" name=""/>
        <dsp:cNvSpPr/>
      </dsp:nvSpPr>
      <dsp:spPr>
        <a:xfrm>
          <a:off x="583851" y="2574651"/>
          <a:ext cx="3258803" cy="9110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Phân chia vùng nhớ cố định (Fixed partitioning)</a:t>
          </a:r>
        </a:p>
      </dsp:txBody>
      <dsp:txXfrm>
        <a:off x="583851" y="2574651"/>
        <a:ext cx="3258803" cy="911003"/>
      </dsp:txXfrm>
    </dsp:sp>
    <dsp:sp modelId="{ADCD83F5-F2F8-4425-B9E9-8DC22D06B9CB}">
      <dsp:nvSpPr>
        <dsp:cNvPr id="0" name=""/>
        <dsp:cNvSpPr/>
      </dsp:nvSpPr>
      <dsp:spPr>
        <a:xfrm>
          <a:off x="583851" y="3633528"/>
          <a:ext cx="3253756" cy="9110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Phân vùng nhớ động </a:t>
          </a:r>
          <a:b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</a:br>
          <a: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(Dynamic partitioning)</a:t>
          </a:r>
        </a:p>
      </dsp:txBody>
      <dsp:txXfrm>
        <a:off x="583851" y="3633528"/>
        <a:ext cx="3253756" cy="911003"/>
      </dsp:txXfrm>
    </dsp:sp>
    <dsp:sp modelId="{5A875242-3BC8-44C5-B901-4998FB295A99}">
      <dsp:nvSpPr>
        <dsp:cNvPr id="0" name=""/>
        <dsp:cNvSpPr/>
      </dsp:nvSpPr>
      <dsp:spPr>
        <a:xfrm>
          <a:off x="4484906" y="1374996"/>
          <a:ext cx="3807245" cy="9110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Cấp phát bộ nhớ không liên tục</a:t>
          </a:r>
        </a:p>
      </dsp:txBody>
      <dsp:txXfrm>
        <a:off x="4484906" y="1374996"/>
        <a:ext cx="3807245" cy="911003"/>
      </dsp:txXfrm>
    </dsp:sp>
    <dsp:sp modelId="{FCBB1181-7576-4A8D-B09B-A6DAB666163A}">
      <dsp:nvSpPr>
        <dsp:cNvPr id="0" name=""/>
        <dsp:cNvSpPr/>
      </dsp:nvSpPr>
      <dsp:spPr>
        <a:xfrm>
          <a:off x="5277843" y="2590803"/>
          <a:ext cx="3014308" cy="91100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Kỹ thuật phân trang </a:t>
          </a:r>
          <a:b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</a:br>
          <a: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(Paging)</a:t>
          </a:r>
        </a:p>
      </dsp:txBody>
      <dsp:txXfrm>
        <a:off x="5277843" y="2590803"/>
        <a:ext cx="3014308" cy="911003"/>
      </dsp:txXfrm>
    </dsp:sp>
    <dsp:sp modelId="{8305833C-C576-480C-B0C1-F82ADB15FAFC}">
      <dsp:nvSpPr>
        <dsp:cNvPr id="0" name=""/>
        <dsp:cNvSpPr/>
      </dsp:nvSpPr>
      <dsp:spPr>
        <a:xfrm>
          <a:off x="5293500" y="3633528"/>
          <a:ext cx="2962818" cy="7894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Kỹ thuật phân đoạn (Segmentation)</a:t>
          </a:r>
        </a:p>
      </dsp:txBody>
      <dsp:txXfrm>
        <a:off x="5293500" y="3633528"/>
        <a:ext cx="2962818" cy="7894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A5B40-5144-4F0B-9D5F-3A715639A1A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0688245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8600" y="1200150"/>
            <a:ext cx="431800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D44BFC6-97F5-409A-B9D4-7BE7F13B76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7430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"Quản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"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 Các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r>
              <a:rPr lang="en-US" b="1" dirty="0"/>
              <a:t>Các </a:t>
            </a:r>
            <a:r>
              <a:rPr lang="en-US" b="1" dirty="0" err="1"/>
              <a:t>khái</a:t>
            </a:r>
            <a:r>
              <a:rPr lang="en-US" b="1" dirty="0"/>
              <a:t> </a:t>
            </a:r>
            <a:r>
              <a:rPr lang="en-US" b="1" dirty="0" err="1"/>
              <a:t>niệm</a:t>
            </a:r>
            <a:r>
              <a:rPr lang="en-US" b="1" dirty="0"/>
              <a:t> </a:t>
            </a:r>
            <a:r>
              <a:rPr lang="en-US" b="1" dirty="0" err="1"/>
              <a:t>về</a:t>
            </a:r>
            <a:r>
              <a:rPr lang="en-US" b="1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, v.v.</a:t>
            </a:r>
          </a:p>
          <a:p>
            <a:r>
              <a:rPr lang="en-US" b="1" dirty="0" err="1"/>
              <a:t>Chuyển</a:t>
            </a:r>
            <a:r>
              <a:rPr lang="en-US" b="1" dirty="0"/>
              <a:t> </a:t>
            </a:r>
            <a:r>
              <a:rPr lang="en-US" b="1" dirty="0" err="1"/>
              <a:t>đổi</a:t>
            </a:r>
            <a:r>
              <a:rPr lang="en-US" b="1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logic (do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) sang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</a:t>
            </a:r>
            <a:r>
              <a:rPr lang="en-US" dirty="0" err="1"/>
              <a:t>trên</a:t>
            </a:r>
            <a:r>
              <a:rPr lang="en-US" dirty="0"/>
              <a:t> RAM).</a:t>
            </a:r>
          </a:p>
          <a:p>
            <a:r>
              <a:rPr lang="en-US" b="1" dirty="0"/>
              <a:t>Các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tối</a:t>
            </a:r>
            <a:r>
              <a:rPr lang="en-US" b="1" dirty="0"/>
              <a:t> </a:t>
            </a:r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,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lãng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.</a:t>
            </a:r>
          </a:p>
          <a:p>
            <a:r>
              <a:rPr lang="en-US" b="1" dirty="0" err="1"/>
              <a:t>Cấp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cho</a:t>
            </a:r>
            <a:r>
              <a:rPr lang="en-US" b="1" dirty="0"/>
              <a:t> </a:t>
            </a:r>
            <a:r>
              <a:rPr lang="en-US" b="1" dirty="0" err="1"/>
              <a:t>tiến</a:t>
            </a:r>
            <a:r>
              <a:rPr lang="en-US" b="1" dirty="0"/>
              <a:t> </a:t>
            </a:r>
            <a:r>
              <a:rPr lang="en-US" b="1" dirty="0" err="1"/>
              <a:t>trình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.</a:t>
            </a:r>
          </a:p>
          <a:p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trang</a:t>
            </a:r>
            <a:r>
              <a:rPr lang="en-US" b="1" dirty="0"/>
              <a:t> (Paging):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chia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(frames)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logic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(pages)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.</a:t>
            </a:r>
          </a:p>
          <a:p>
            <a:r>
              <a:rPr lang="en-US" b="1" dirty="0"/>
              <a:t>Thay </a:t>
            </a:r>
            <a:r>
              <a:rPr lang="en-US" b="1" dirty="0" err="1"/>
              <a:t>thế</a:t>
            </a:r>
            <a:r>
              <a:rPr lang="en-US" b="1" dirty="0"/>
              <a:t> </a:t>
            </a:r>
            <a:r>
              <a:rPr lang="en-US" b="1" dirty="0" err="1"/>
              <a:t>trang</a:t>
            </a:r>
            <a:r>
              <a:rPr lang="en-US" b="1" dirty="0"/>
              <a:t> (Page Replacement):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(</a:t>
            </a:r>
            <a:r>
              <a:rPr lang="en-US" dirty="0" err="1"/>
              <a:t>như</a:t>
            </a:r>
            <a:r>
              <a:rPr lang="en-US" dirty="0"/>
              <a:t> FIFO, LRU)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RAM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.</a:t>
            </a:r>
          </a:p>
          <a:p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đoạn</a:t>
            </a:r>
            <a:r>
              <a:rPr lang="en-US" b="1" dirty="0"/>
              <a:t> (Segmentation):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chia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(segments)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logic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mã</a:t>
            </a:r>
            <a:r>
              <a:rPr lang="en-US" dirty="0"/>
              <a:t>,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, stack).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1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module CPU </a:t>
            </a:r>
            <a:r>
              <a:rPr lang="en-US" dirty="0" err="1"/>
              <a:t>điển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(ở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họ</a:t>
            </a:r>
            <a:r>
              <a:rPr lang="en-US" dirty="0"/>
              <a:t> vi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MIPS),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chảy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:</a:t>
            </a:r>
          </a:p>
          <a:p>
            <a:r>
              <a:rPr lang="en-US" b="1" dirty="0"/>
              <a:t>Execution unit and registers (</a:t>
            </a:r>
            <a:r>
              <a:rPr lang="en-US" b="1" dirty="0" err="1"/>
              <a:t>Khối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thi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thanh</a:t>
            </a:r>
            <a:r>
              <a:rPr lang="en-US" b="1" dirty="0"/>
              <a:t> </a:t>
            </a:r>
            <a:r>
              <a:rPr lang="en-US" b="1" dirty="0" err="1"/>
              <a:t>ghi</a:t>
            </a:r>
            <a:r>
              <a:rPr lang="en-US" b="1" dirty="0"/>
              <a:t>):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r>
              <a:rPr lang="en-US" b="1" dirty="0"/>
              <a:t>Translation lookaside buffer (TLB):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sang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  <a:p>
            <a:r>
              <a:rPr lang="en-US" b="1" dirty="0"/>
              <a:t>Primary cache (Cache L1):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chip CPU,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xuyên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b="1" dirty="0"/>
              <a:t>Secondary cache (Cache L2):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L1,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chip CPU.</a:t>
            </a:r>
          </a:p>
          <a:p>
            <a:r>
              <a:rPr lang="en-US" b="1" dirty="0"/>
              <a:t>System bus &amp; Memory: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CPU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(RAM). Khi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cache, CPU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qua bus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 Slide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: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15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họa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(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):</a:t>
            </a:r>
          </a:p>
          <a:p>
            <a:r>
              <a:rPr lang="en-US" b="1" dirty="0"/>
              <a:t>Registers (Thanh </a:t>
            </a:r>
            <a:r>
              <a:rPr lang="en-US" b="1" dirty="0" err="1"/>
              <a:t>ghi</a:t>
            </a:r>
            <a:r>
              <a:rPr lang="en-US" b="1" dirty="0"/>
              <a:t>):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(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CPU).</a:t>
            </a:r>
          </a:p>
          <a:p>
            <a:r>
              <a:rPr lang="en-US" b="1" dirty="0"/>
              <a:t>Cache (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đệm</a:t>
            </a:r>
            <a:r>
              <a:rPr lang="en-US" b="1" dirty="0"/>
              <a:t>):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,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.</a:t>
            </a:r>
          </a:p>
          <a:p>
            <a:r>
              <a:rPr lang="en-US" b="1" dirty="0"/>
              <a:t>Memory (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r>
              <a:rPr lang="en-US" b="1" dirty="0"/>
              <a:t>/RAM):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3 </a:t>
            </a:r>
            <a:r>
              <a:rPr lang="en-US" dirty="0" err="1"/>
              <a:t>loại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chậm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 </a:t>
            </a:r>
            <a:r>
              <a:rPr lang="en-US" b="1" dirty="0" err="1"/>
              <a:t>Câu</a:t>
            </a:r>
            <a:r>
              <a:rPr lang="en-US" b="1" dirty="0"/>
              <a:t> </a:t>
            </a:r>
            <a:r>
              <a:rPr lang="en-US" b="1" dirty="0" err="1"/>
              <a:t>hỏi</a:t>
            </a:r>
            <a:r>
              <a:rPr lang="en-US" b="1" dirty="0"/>
              <a:t>:</a:t>
            </a:r>
            <a:r>
              <a:rPr lang="en-US" dirty="0"/>
              <a:t> "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ta </a:t>
            </a:r>
            <a:r>
              <a:rPr lang="en-US" dirty="0" err="1"/>
              <a:t>muốn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ta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?" </a:t>
            </a:r>
            <a:r>
              <a:rPr lang="en-US" dirty="0" err="1"/>
              <a:t>Câu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ảo</a:t>
            </a:r>
            <a:r>
              <a:rPr lang="en-US" b="1" dirty="0"/>
              <a:t> (Virtual Memory)</a:t>
            </a:r>
            <a:r>
              <a:rPr lang="en-US" dirty="0"/>
              <a:t>. Khi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RAM,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(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phỏng</a:t>
            </a:r>
            <a:r>
              <a:rPr lang="en-US" dirty="0"/>
              <a:t> RAM </a:t>
            </a:r>
            <a:r>
              <a:rPr lang="en-US" dirty="0" err="1"/>
              <a:t>bổ</a:t>
            </a:r>
            <a:r>
              <a:rPr lang="en-US" dirty="0"/>
              <a:t> sung,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.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chịu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RAM </a:t>
            </a:r>
            <a:r>
              <a:rPr lang="en-US" dirty="0" err="1"/>
              <a:t>và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(RAM)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ảo</a:t>
            </a:r>
            <a:r>
              <a:rPr lang="en-US" b="1" dirty="0"/>
              <a:t> (Virtual Memory)</a:t>
            </a:r>
            <a:r>
              <a:rPr lang="en-US" dirty="0"/>
              <a:t>.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bổ</a:t>
            </a:r>
            <a:r>
              <a:rPr lang="en-US" dirty="0"/>
              <a:t> sung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note:</a:t>
            </a:r>
          </a:p>
          <a:p>
            <a:r>
              <a:rPr lang="en-US" b="1" dirty="0"/>
              <a:t>Nguyên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bản</a:t>
            </a:r>
            <a:r>
              <a:rPr lang="en-US" b="1" dirty="0"/>
              <a:t> </a:t>
            </a:r>
            <a:r>
              <a:rPr lang="en-US" b="1" dirty="0" err="1"/>
              <a:t>của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ảo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logic (do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RAM).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RAM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</a:t>
            </a:r>
          </a:p>
          <a:p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hoạt</a:t>
            </a:r>
            <a:r>
              <a:rPr lang="en-US" b="1" dirty="0"/>
              <a:t> </a:t>
            </a:r>
            <a:r>
              <a:rPr lang="en-US" b="1" dirty="0" err="1"/>
              <a:t>động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qua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trang</a:t>
            </a:r>
            <a:r>
              <a:rPr lang="en-US" b="1" dirty="0"/>
              <a:t> (Paging)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Hoán</a:t>
            </a:r>
            <a:r>
              <a:rPr lang="en-US" b="1" dirty="0"/>
              <a:t> </a:t>
            </a:r>
            <a:r>
              <a:rPr lang="en-US" b="1" dirty="0" err="1"/>
              <a:t>vị</a:t>
            </a:r>
            <a:r>
              <a:rPr lang="en-US" b="1" dirty="0"/>
              <a:t> (Swapping):</a:t>
            </a:r>
            <a:endParaRPr lang="en-US" dirty="0"/>
          </a:p>
          <a:p>
            <a:pPr lvl="1"/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/>
              <a:t>Trang (Pages)</a:t>
            </a:r>
            <a:r>
              <a:rPr lang="en-US" dirty="0"/>
              <a:t>.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b="1" dirty="0"/>
              <a:t>Khung </a:t>
            </a:r>
            <a:r>
              <a:rPr lang="en-US" b="1" dirty="0" err="1"/>
              <a:t>trang</a:t>
            </a:r>
            <a:r>
              <a:rPr lang="en-US" b="1" dirty="0"/>
              <a:t> (Frames)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(ổ </a:t>
            </a:r>
            <a:r>
              <a:rPr lang="en-US" dirty="0" err="1"/>
              <a:t>cứng</a:t>
            </a:r>
            <a:r>
              <a:rPr lang="en-US" dirty="0"/>
              <a:t> HDD/SSD)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b="1" dirty="0" err="1"/>
              <a:t>Vùng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gian</a:t>
            </a:r>
            <a:r>
              <a:rPr lang="en-US" b="1" dirty="0"/>
              <a:t> </a:t>
            </a:r>
            <a:r>
              <a:rPr lang="en-US" b="1" dirty="0" err="1"/>
              <a:t>hoán</a:t>
            </a:r>
            <a:r>
              <a:rPr lang="en-US" b="1" dirty="0"/>
              <a:t> </a:t>
            </a:r>
            <a:r>
              <a:rPr lang="en-US" b="1" dirty="0" err="1"/>
              <a:t>vị</a:t>
            </a:r>
            <a:r>
              <a:rPr lang="en-US" b="1" dirty="0"/>
              <a:t> (Swap space / Paging file)</a:t>
            </a:r>
            <a:r>
              <a:rPr lang="en-US" dirty="0"/>
              <a:t>,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Khi CPU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RAM,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b="1" dirty="0" err="1"/>
              <a:t>Lỗi</a:t>
            </a:r>
            <a:r>
              <a:rPr lang="en-US" b="1" dirty="0"/>
              <a:t> </a:t>
            </a:r>
            <a:r>
              <a:rPr lang="en-US" b="1" dirty="0" err="1"/>
              <a:t>trang</a:t>
            </a:r>
            <a:r>
              <a:rPr lang="en-US" b="1" dirty="0"/>
              <a:t> (Page Fault)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ra.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can </a:t>
            </a:r>
            <a:r>
              <a:rPr lang="en-US" dirty="0" err="1"/>
              <a:t>thiệp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khung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RAM,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i="1" dirty="0" err="1"/>
              <a:t>Thuật</a:t>
            </a:r>
            <a:r>
              <a:rPr lang="en-US" i="1" dirty="0"/>
              <a:t> </a:t>
            </a:r>
            <a:r>
              <a:rPr lang="en-US" i="1" dirty="0" err="1"/>
              <a:t>toán</a:t>
            </a:r>
            <a:r>
              <a:rPr lang="en-US" i="1" dirty="0"/>
              <a:t> </a:t>
            </a:r>
            <a:r>
              <a:rPr lang="en-US" i="1" dirty="0" err="1"/>
              <a:t>thay</a:t>
            </a:r>
            <a:r>
              <a:rPr lang="en-US" i="1" dirty="0"/>
              <a:t> </a:t>
            </a:r>
            <a:r>
              <a:rPr lang="en-US" i="1" dirty="0" err="1"/>
              <a:t>thế</a:t>
            </a:r>
            <a:r>
              <a:rPr lang="en-US" i="1" dirty="0"/>
              <a:t> </a:t>
            </a:r>
            <a:r>
              <a:rPr lang="en-US" i="1" dirty="0" err="1"/>
              <a:t>trang</a:t>
            </a:r>
            <a:r>
              <a:rPr lang="en-US" i="1" dirty="0"/>
              <a:t> (Page Replacement)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đẩy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ít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RAM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,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ổ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RAM </a:t>
            </a:r>
            <a:r>
              <a:rPr lang="en-US" dirty="0" err="1"/>
              <a:t>để</a:t>
            </a:r>
            <a:r>
              <a:rPr lang="en-US" dirty="0"/>
              <a:t> CPU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  <a:p>
            <a:r>
              <a:rPr lang="en-US" b="1" dirty="0" err="1"/>
              <a:t>Giải</a:t>
            </a:r>
            <a:r>
              <a:rPr lang="en-US" b="1" dirty="0"/>
              <a:t> </a:t>
            </a:r>
            <a:r>
              <a:rPr lang="en-US" b="1" dirty="0" err="1"/>
              <a:t>pháp</a:t>
            </a:r>
            <a:r>
              <a:rPr lang="en-US" b="1" dirty="0"/>
              <a:t> </a:t>
            </a:r>
            <a:r>
              <a:rPr lang="en-US" b="1" dirty="0" err="1"/>
              <a:t>lịch</a:t>
            </a:r>
            <a:r>
              <a:rPr lang="en-US" b="1" dirty="0"/>
              <a:t> </a:t>
            </a:r>
            <a:r>
              <a:rPr lang="en-US" b="1" dirty="0" err="1"/>
              <a:t>sử</a:t>
            </a:r>
            <a:r>
              <a:rPr lang="en-US" b="1" dirty="0"/>
              <a:t> - </a:t>
            </a:r>
            <a:r>
              <a:rPr lang="en-US" b="1" dirty="0" err="1"/>
              <a:t>Kỹ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Phủ</a:t>
            </a:r>
            <a:r>
              <a:rPr lang="en-US" b="1" dirty="0"/>
              <a:t> </a:t>
            </a:r>
            <a:r>
              <a:rPr lang="en-US" b="1" dirty="0" err="1"/>
              <a:t>lấp</a:t>
            </a:r>
            <a:r>
              <a:rPr lang="en-US" b="1" dirty="0"/>
              <a:t> (Overlays):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,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Overlays.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chia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. Các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RAM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đè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. Tuy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,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hầu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b="1" dirty="0"/>
              <a:t>Ý </a:t>
            </a:r>
            <a:r>
              <a:rPr lang="en-US" b="1" dirty="0" err="1"/>
              <a:t>nghĩa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khỏi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ngặt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(multiprogramming)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RAM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4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tảng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</a:t>
            </a:r>
          </a:p>
          <a:p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nhớ</a:t>
            </a:r>
            <a:r>
              <a:rPr lang="en-US" b="1" dirty="0"/>
              <a:t>:</a:t>
            </a:r>
            <a:r>
              <a:rPr lang="en-US" dirty="0"/>
              <a:t> Trong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(RAM)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"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đệm</a:t>
            </a:r>
            <a:r>
              <a:rPr lang="en-US" dirty="0"/>
              <a:t>"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, </a:t>
            </a:r>
            <a:r>
              <a:rPr lang="en-US" dirty="0" err="1"/>
              <a:t>nơi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ở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sàng</a:t>
            </a:r>
            <a:r>
              <a:rPr lang="en-US" dirty="0"/>
              <a:t> (ready queue)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CPU </a:t>
            </a:r>
            <a:r>
              <a:rPr lang="en-US" dirty="0" err="1"/>
              <a:t>triệu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(memory address),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Byte </a:t>
            </a:r>
            <a:r>
              <a:rPr lang="en-US" dirty="0" err="1"/>
              <a:t>hoặc</a:t>
            </a:r>
            <a:r>
              <a:rPr lang="en-US" dirty="0"/>
              <a:t> Word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.</a:t>
            </a:r>
          </a:p>
          <a:p>
            <a:r>
              <a:rPr lang="en-US" b="1" dirty="0" err="1"/>
              <a:t>Cơ</a:t>
            </a:r>
            <a:r>
              <a:rPr lang="en-US" b="1" dirty="0"/>
              <a:t> </a:t>
            </a:r>
            <a:r>
              <a:rPr lang="en-US" b="1" dirty="0" err="1"/>
              <a:t>chế</a:t>
            </a:r>
            <a:r>
              <a:rPr lang="en-US" b="1" dirty="0"/>
              <a:t> </a:t>
            </a:r>
            <a:r>
              <a:rPr lang="en-US" b="1" dirty="0" err="1"/>
              <a:t>cấp</a:t>
            </a:r>
            <a:r>
              <a:rPr lang="en-US" b="1" dirty="0"/>
              <a:t> </a:t>
            </a:r>
            <a:r>
              <a:rPr lang="en-US" b="1" dirty="0" err="1"/>
              <a:t>phát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vệ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(process)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RAM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ranh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Thanh </a:t>
            </a:r>
            <a:r>
              <a:rPr lang="en-US" b="1" dirty="0" err="1"/>
              <a:t>ghi</a:t>
            </a:r>
            <a:r>
              <a:rPr lang="en-US" b="1" dirty="0"/>
              <a:t> </a:t>
            </a:r>
            <a:r>
              <a:rPr lang="en-US" b="1" dirty="0" err="1"/>
              <a:t>nền</a:t>
            </a:r>
            <a:r>
              <a:rPr lang="en-US" b="1" dirty="0"/>
              <a:t> (Base address):</a:t>
            </a:r>
            <a:r>
              <a:rPr lang="en-US" dirty="0"/>
              <a:t> Lưu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 Trong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,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300040.</a:t>
            </a:r>
          </a:p>
          <a:p>
            <a:pPr lvl="1"/>
            <a:r>
              <a:rPr lang="en-US" b="1" dirty="0"/>
              <a:t>Thanh </a:t>
            </a:r>
            <a:r>
              <a:rPr lang="en-US" b="1" dirty="0" err="1"/>
              <a:t>ghi</a:t>
            </a:r>
            <a:r>
              <a:rPr lang="en-US" b="1" dirty="0"/>
              <a:t> </a:t>
            </a:r>
            <a:r>
              <a:rPr lang="en-US" b="1" dirty="0" err="1"/>
              <a:t>giới</a:t>
            </a:r>
            <a:r>
              <a:rPr lang="en-US" b="1" dirty="0"/>
              <a:t> </a:t>
            </a:r>
            <a:r>
              <a:rPr lang="en-US" b="1" dirty="0" err="1"/>
              <a:t>hạn</a:t>
            </a:r>
            <a:r>
              <a:rPr lang="en-US" b="1" dirty="0"/>
              <a:t> (Limit register):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(dung </a:t>
            </a:r>
            <a:r>
              <a:rPr lang="en-US" dirty="0" err="1"/>
              <a:t>lượng</a:t>
            </a:r>
            <a:r>
              <a:rPr lang="en-US" dirty="0"/>
              <a:t>)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. Ở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120900.</a:t>
            </a:r>
          </a:p>
          <a:p>
            <a:r>
              <a:rPr lang="en-US" b="1" dirty="0"/>
              <a:t>Ý </a:t>
            </a:r>
            <a:r>
              <a:rPr lang="en-US" b="1" dirty="0" err="1"/>
              <a:t>nghĩa</a:t>
            </a:r>
            <a:r>
              <a:rPr lang="en-US" b="1" dirty="0"/>
              <a:t> </a:t>
            </a:r>
            <a:r>
              <a:rPr lang="en-US" b="1" dirty="0" err="1"/>
              <a:t>học</a:t>
            </a:r>
            <a:r>
              <a:rPr lang="en-US" b="1" dirty="0"/>
              <a:t> </a:t>
            </a:r>
            <a:r>
              <a:rPr lang="en-US" b="1" dirty="0" err="1"/>
              <a:t>thuật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"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rào</a:t>
            </a:r>
            <a:r>
              <a:rPr lang="en-US" dirty="0"/>
              <a:t>"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vệ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.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[Base, Base + Limit],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coi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vi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chặn</a:t>
            </a:r>
            <a:r>
              <a:rPr lang="en-US" dirty="0"/>
              <a:t>,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xâm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hỏng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89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b="1" dirty="0"/>
              <a:t>Địa chỉ vật</a:t>
            </a:r>
            <a:r>
              <a:rPr lang="en-US" b="1" baseline="0" dirty="0"/>
              <a:t> lý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Physical</a:t>
            </a:r>
            <a:r>
              <a:rPr lang="en-US" i="1" baseline="0" dirty="0">
                <a:solidFill>
                  <a:srgbClr val="0070C0"/>
                </a:solidFill>
              </a:rPr>
              <a:t> </a:t>
            </a:r>
            <a:r>
              <a:rPr lang="vi-VN" i="1" dirty="0">
                <a:solidFill>
                  <a:srgbClr val="0070C0"/>
                </a:solidFill>
              </a:rPr>
              <a:t> address</a:t>
            </a:r>
            <a:r>
              <a:rPr lang="en-US" dirty="0"/>
              <a:t>)</a:t>
            </a:r>
            <a:r>
              <a:rPr lang="vi-VN" dirty="0"/>
              <a:t>: </a:t>
            </a:r>
            <a:endParaRPr lang="en-US" dirty="0"/>
          </a:p>
          <a:p>
            <a:pPr lvl="2"/>
            <a:r>
              <a:rPr lang="en-US" dirty="0"/>
              <a:t>Còn</a:t>
            </a:r>
            <a:r>
              <a:rPr lang="en-US" baseline="0" dirty="0"/>
              <a:t> gọi là địa chỉ thực.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70C0"/>
                </a:solidFill>
              </a:rPr>
              <a:t>MMU</a:t>
            </a:r>
            <a:r>
              <a:rPr lang="en-US" dirty="0"/>
              <a:t> (</a:t>
            </a:r>
            <a:r>
              <a:rPr lang="en-US" i="1" dirty="0">
                <a:solidFill>
                  <a:srgbClr val="0070C0"/>
                </a:solidFill>
              </a:rPr>
              <a:t>Memory Management Unit</a:t>
            </a:r>
            <a:r>
              <a:rPr lang="en-US" dirty="0"/>
              <a:t>): là một chip phần cứng, khởi tạo, quản lý và cấp phát </a:t>
            </a:r>
            <a:r>
              <a:rPr lang="en-US" b="1" i="1" dirty="0"/>
              <a:t>địa chỉ vật lý</a:t>
            </a:r>
            <a:r>
              <a:rPr lang="en-US" dirty="0"/>
              <a:t>.</a:t>
            </a:r>
            <a:endParaRPr lang="vi-VN" dirty="0"/>
          </a:p>
          <a:p>
            <a:pPr lvl="2"/>
            <a:endParaRPr lang="en-US" b="1" dirty="0"/>
          </a:p>
          <a:p>
            <a:pPr lvl="1"/>
            <a:r>
              <a:rPr lang="en-US" b="1" dirty="0"/>
              <a:t>Địa chỉ tương đối </a:t>
            </a:r>
            <a:r>
              <a:rPr lang="en-US" dirty="0"/>
              <a:t>(</a:t>
            </a:r>
            <a:r>
              <a:rPr lang="vi-VN" i="1" dirty="0">
                <a:solidFill>
                  <a:srgbClr val="0070C0"/>
                </a:solidFill>
              </a:rPr>
              <a:t>Relative address</a:t>
            </a:r>
            <a:r>
              <a:rPr lang="en-US" dirty="0"/>
              <a:t>)</a:t>
            </a:r>
            <a:r>
              <a:rPr lang="vi-VN" dirty="0"/>
              <a:t>: </a:t>
            </a:r>
            <a:endParaRPr lang="en-US" dirty="0"/>
          </a:p>
          <a:p>
            <a:pPr lvl="2"/>
            <a:r>
              <a:rPr lang="en-US" dirty="0"/>
              <a:t>L</a:t>
            </a:r>
            <a:r>
              <a:rPr lang="vi-VN" dirty="0"/>
              <a:t>à </a:t>
            </a:r>
            <a:r>
              <a:rPr lang="en-US" dirty="0"/>
              <a:t>địa chỉ được </a:t>
            </a:r>
            <a:r>
              <a:rPr lang="vi-VN" dirty="0"/>
              <a:t>biểu diễn tương đối so với một vị trí </a:t>
            </a:r>
            <a:r>
              <a:rPr lang="en-US" dirty="0"/>
              <a:t>đã </a:t>
            </a:r>
            <a:r>
              <a:rPr lang="vi-VN" dirty="0"/>
              <a:t>xác định nào đó trong chương trình</a:t>
            </a:r>
            <a:r>
              <a:rPr lang="en-US" dirty="0"/>
              <a:t>.</a:t>
            </a:r>
          </a:p>
          <a:p>
            <a:pPr lvl="2"/>
            <a:r>
              <a:rPr lang="en-US" i="1" u="sng" dirty="0"/>
              <a:t>Ví du</a:t>
            </a:r>
            <a:r>
              <a:rPr lang="en-US" dirty="0"/>
              <a:t>: chương trình tạo 1 mảng 10 bytes. Địa chỉ tương đối trỏ tới 10 bytes trong mảng đó.</a:t>
            </a:r>
            <a:endParaRPr lang="vi-VN" dirty="0"/>
          </a:p>
          <a:p>
            <a:pPr lvl="1"/>
            <a:r>
              <a:rPr lang="en-US" b="1" dirty="0"/>
              <a:t>Địa chỉ </a:t>
            </a:r>
            <a:r>
              <a:rPr lang="vi-VN" b="1" dirty="0"/>
              <a:t>tuyệt đối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vi-VN" i="1" dirty="0">
                <a:solidFill>
                  <a:srgbClr val="0070C0"/>
                </a:solidFill>
              </a:rPr>
              <a:t>Absolute address</a:t>
            </a:r>
            <a:r>
              <a:rPr lang="vi-VN" dirty="0"/>
              <a:t>)</a:t>
            </a:r>
            <a:endParaRPr lang="en-US" dirty="0"/>
          </a:p>
          <a:p>
            <a:pPr lvl="2"/>
            <a:r>
              <a:rPr lang="en-US" dirty="0"/>
              <a:t>L</a:t>
            </a:r>
            <a:r>
              <a:rPr lang="vi-VN" dirty="0"/>
              <a:t>à địa chỉ tương đương với địa chỉ vật lý</a:t>
            </a:r>
            <a:r>
              <a:rPr lang="en-US" dirty="0"/>
              <a:t>.</a:t>
            </a:r>
            <a:endParaRPr lang="vi-VN" dirty="0"/>
          </a:p>
          <a:p>
            <a:r>
              <a:rPr lang="vi-VN" dirty="0"/>
              <a:t>Khi một lệnh được thực thi, các tham chiếu đến địa chỉ luận lý phải được chuyển đổi thành địa chỉ tuyệt đối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vai</a:t>
            </a:r>
            <a:r>
              <a:rPr lang="en-US" dirty="0"/>
              <a:t> </a:t>
            </a:r>
            <a:r>
              <a:rPr lang="en-US" dirty="0" err="1"/>
              <a:t>trò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.</a:t>
            </a:r>
          </a:p>
          <a:p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vật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(Physical address):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chip </a:t>
            </a:r>
            <a:r>
              <a:rPr lang="en-US" dirty="0" err="1"/>
              <a:t>nhớ</a:t>
            </a:r>
            <a:r>
              <a:rPr lang="en-US" dirty="0"/>
              <a:t>.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b="1" dirty="0"/>
              <a:t>MMU (Memory Management Unit)</a:t>
            </a:r>
            <a:r>
              <a:rPr lang="en-US" dirty="0"/>
              <a:t>.</a:t>
            </a:r>
          </a:p>
          <a:p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luận</a:t>
            </a:r>
            <a:r>
              <a:rPr lang="en-US" b="1" dirty="0"/>
              <a:t> </a:t>
            </a:r>
            <a:r>
              <a:rPr lang="en-US" b="1" dirty="0" err="1"/>
              <a:t>lý</a:t>
            </a:r>
            <a:r>
              <a:rPr lang="en-US" b="1" dirty="0"/>
              <a:t> (Logical/Relocatable address):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CPU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"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" (</a:t>
            </a:r>
            <a:r>
              <a:rPr lang="en-US" dirty="0" err="1"/>
              <a:t>chạy</a:t>
            </a:r>
            <a:r>
              <a:rPr lang="en-US" dirty="0"/>
              <a:t> ở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đâu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RAM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sửa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).</a:t>
            </a:r>
          </a:p>
          <a:p>
            <a:r>
              <a:rPr lang="en-US" b="1" dirty="0" err="1"/>
              <a:t>Mối</a:t>
            </a:r>
            <a:r>
              <a:rPr lang="en-US" b="1" dirty="0"/>
              <a:t> </a:t>
            </a:r>
            <a:r>
              <a:rPr lang="en-US" b="1" dirty="0" err="1"/>
              <a:t>quan</a:t>
            </a:r>
            <a:r>
              <a:rPr lang="en-US" b="1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giữa</a:t>
            </a:r>
            <a:r>
              <a:rPr lang="en-US" b="1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</a:t>
            </a:r>
            <a:r>
              <a:rPr lang="en-US" b="1" dirty="0" err="1"/>
              <a:t>và</a:t>
            </a:r>
            <a:r>
              <a:rPr lang="en-US" b="1" dirty="0"/>
              <a:t> </a:t>
            </a:r>
            <a:r>
              <a:rPr lang="en-US" b="1" dirty="0" err="1"/>
              <a:t>Tuyệt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:</a:t>
            </a:r>
            <a:endParaRPr lang="en-US" dirty="0"/>
          </a:p>
          <a:p>
            <a:pPr lvl="1"/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(Relative address):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(offset)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,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thứ</a:t>
            </a:r>
            <a:r>
              <a:rPr lang="en-US" dirty="0"/>
              <a:t> 10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10.</a:t>
            </a:r>
          </a:p>
          <a:p>
            <a:pPr lvl="1"/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tuyệt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(Absolute address):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</a:t>
            </a:r>
          </a:p>
          <a:p>
            <a:r>
              <a:rPr lang="en-US" b="1" dirty="0"/>
              <a:t>Nguyên </a:t>
            </a:r>
            <a:r>
              <a:rPr lang="en-US" b="1" dirty="0" err="1"/>
              <a:t>lý</a:t>
            </a:r>
            <a:r>
              <a:rPr lang="en-US" b="1" dirty="0"/>
              <a:t> </a:t>
            </a:r>
            <a:r>
              <a:rPr lang="en-US" b="1" dirty="0" err="1"/>
              <a:t>ánh</a:t>
            </a:r>
            <a:r>
              <a:rPr lang="en-US" b="1" dirty="0"/>
              <a:t> </a:t>
            </a:r>
            <a:r>
              <a:rPr lang="en-US" b="1" dirty="0" err="1"/>
              <a:t>xạ</a:t>
            </a:r>
            <a:r>
              <a:rPr lang="en-US" b="1" dirty="0"/>
              <a:t>:</a:t>
            </a:r>
            <a:r>
              <a:rPr lang="en-US" dirty="0"/>
              <a:t> Công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tuyệt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b="1" dirty="0"/>
              <a:t> = Base address + </a:t>
            </a:r>
            <a:r>
              <a:rPr lang="en-US" b="1" dirty="0" err="1"/>
              <a:t>Địa</a:t>
            </a:r>
            <a:r>
              <a:rPr lang="en-US" b="1" dirty="0"/>
              <a:t> </a:t>
            </a:r>
            <a:r>
              <a:rPr lang="en-US" b="1" dirty="0" err="1"/>
              <a:t>chỉ</a:t>
            </a:r>
            <a:r>
              <a:rPr lang="en-US" b="1" dirty="0"/>
              <a:t> </a:t>
            </a:r>
            <a:r>
              <a:rPr lang="en-US" b="1" dirty="0" err="1"/>
              <a:t>tương</a:t>
            </a:r>
            <a:r>
              <a:rPr lang="en-US" b="1" dirty="0"/>
              <a:t> </a:t>
            </a:r>
            <a:r>
              <a:rPr lang="en-US" b="1" dirty="0" err="1"/>
              <a:t>đối</a:t>
            </a:r>
            <a:r>
              <a:rPr lang="en-US" dirty="0"/>
              <a:t>. Khi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,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MMU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)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CPU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RAM.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6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8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(CPU)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(MMU)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(relocation)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(loading)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(swapping),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vẹn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(Kernel)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77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(Compiler)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Module.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(Linker)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Module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tĩnh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(Static link)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tệp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(Executable binary)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(Loader)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tệp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(Dynamic link)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(process)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50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(Symbolic address),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con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(Relocatable address). 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(Physical address),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9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ở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giai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.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slide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(Compile time).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 Theo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(Compiler)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(Symbolic address) sang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(Physical address)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. Tuy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khuyết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thiếu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0253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(Load time).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qua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bước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: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(Compiler)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(Symbolic address)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(Relocatable address). Sau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,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(Loader)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tái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(Physical address)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,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(base address) do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.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khuyết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ý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nền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buộc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(reload).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30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tiên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,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rãi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: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(Execution time).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di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(process)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sang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ánh</a:t>
            </a:r>
            <a:r>
              <a:rPr lang="en-US" dirty="0"/>
              <a:t> </a:t>
            </a:r>
            <a:r>
              <a:rPr lang="en-US" dirty="0" err="1"/>
              <a:t>xạ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sang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địa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ở </a:t>
            </a:r>
            <a:r>
              <a:rPr lang="en-US" dirty="0" err="1"/>
              <a:t>khâu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hay </a:t>
            </a:r>
            <a:r>
              <a:rPr lang="en-US" dirty="0" err="1"/>
              <a:t>khâu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.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trội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</a:t>
            </a:r>
            <a:r>
              <a:rPr lang="en-US" dirty="0" err="1"/>
              <a:t>Bức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ba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biểu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chuyển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bao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Base </a:t>
            </a:r>
            <a:r>
              <a:rPr lang="en-US" dirty="0" err="1"/>
              <a:t>và</a:t>
            </a:r>
            <a:r>
              <a:rPr lang="en-US" dirty="0"/>
              <a:t> Limit (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sơ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),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Paging (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),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Segmentation (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28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lẻ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mượt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năm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điển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bao </a:t>
            </a:r>
            <a:r>
              <a:rPr lang="en-US" dirty="0" err="1"/>
              <a:t>gồm</a:t>
            </a:r>
            <a:r>
              <a:rPr lang="en-US" dirty="0"/>
              <a:t>: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(Static linking),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(Dynamic linking),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(Dynamic loading),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lấp</a:t>
            </a:r>
            <a:r>
              <a:rPr lang="en-US" dirty="0"/>
              <a:t> (Overlay),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(Swapping). Các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diện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cận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khâu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khâu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79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Liên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(Static linking).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,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,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đi</a:t>
            </a:r>
            <a:r>
              <a:rPr lang="en-US" dirty="0"/>
              <a:t> </a:t>
            </a:r>
            <a:r>
              <a:rPr lang="en-US" dirty="0" err="1"/>
              <a:t>kèm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gói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cục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(internal module)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.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gắn</a:t>
            </a:r>
            <a:r>
              <a:rPr lang="en-US" dirty="0"/>
              <a:t> </a:t>
            </a:r>
            <a:r>
              <a:rPr lang="en-US" dirty="0" err="1"/>
              <a:t>chặt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ở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(compile-time),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,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bộc</a:t>
            </a:r>
            <a:r>
              <a:rPr lang="en-US" dirty="0"/>
              <a:t> </a:t>
            </a:r>
            <a:r>
              <a:rPr lang="en-US" dirty="0" err="1"/>
              <a:t>lộ</a:t>
            </a:r>
            <a:r>
              <a:rPr lang="en-US" dirty="0"/>
              <a:t> </a:t>
            </a:r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module </a:t>
            </a:r>
            <a:r>
              <a:rPr lang="en-US" dirty="0" err="1"/>
              <a:t>giống</a:t>
            </a:r>
            <a:r>
              <a:rPr lang="en-US" dirty="0"/>
              <a:t> </a:t>
            </a:r>
            <a:r>
              <a:rPr lang="en-US" dirty="0" err="1"/>
              <a:t>hệt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RAM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dư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. Do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lãng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616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khắc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,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Liên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(Dynamic linking).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ngoài</a:t>
            </a:r>
            <a:r>
              <a:rPr lang="en-US" dirty="0"/>
              <a:t> (external module), hay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(DLL - Dynamic Linking Library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.so</a:t>
            </a:r>
            <a:r>
              <a:rPr lang="en-US" dirty="0"/>
              <a:t>). Thay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tệp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biên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,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ngoại</a:t>
            </a:r>
            <a:r>
              <a:rPr lang="en-US" dirty="0"/>
              <a:t> vi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ở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(run-time)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trội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Program A </a:t>
            </a:r>
            <a:r>
              <a:rPr lang="en-US" dirty="0" err="1"/>
              <a:t>và</a:t>
            </a:r>
            <a:r>
              <a:rPr lang="en-US" dirty="0"/>
              <a:t> Program B) </a:t>
            </a:r>
            <a:r>
              <a:rPr lang="en-US" dirty="0" err="1"/>
              <a:t>cùng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module </a:t>
            </a:r>
            <a:r>
              <a:rPr lang="en-US" dirty="0" err="1"/>
              <a:t>ngoại</a:t>
            </a:r>
            <a:r>
              <a:rPr lang="en-US" dirty="0"/>
              <a:t> vi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.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,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thiểu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lãng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kiệm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RAM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994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hóa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(Dynamic loading).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,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RAM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rằng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(bao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,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)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(RAM)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(process)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RAM. Trong </a:t>
            </a:r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,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chứng</a:t>
            </a:r>
            <a:r>
              <a:rPr lang="en-US" dirty="0"/>
              <a:t> </a:t>
            </a:r>
            <a:r>
              <a:rPr lang="en-US" dirty="0" err="1"/>
              <a:t>minh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rệt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module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suất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hiếm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module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mềm</a:t>
            </a:r>
            <a:r>
              <a:rPr lang="en-US" dirty="0"/>
              <a:t>).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Dynamic loading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do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</a:t>
            </a:r>
            <a:r>
              <a:rPr lang="en-US" dirty="0" err="1"/>
              <a:t>thiết</a:t>
            </a:r>
            <a:r>
              <a:rPr lang="en-US" dirty="0"/>
              <a:t>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hay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065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lấp</a:t>
            </a:r>
            <a:r>
              <a:rPr lang="en-US" dirty="0"/>
              <a:t> (Overlay),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mang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điển</a:t>
            </a:r>
            <a:r>
              <a:rPr lang="en-US" dirty="0"/>
              <a:t>.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lấp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tắc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ngặt</a:t>
            </a:r>
            <a:r>
              <a:rPr lang="en-US" dirty="0"/>
              <a:t>: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giữ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,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đè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chưa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xong</a:t>
            </a:r>
            <a:r>
              <a:rPr lang="en-US" dirty="0"/>
              <a:t>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tiễn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,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bối</a:t>
            </a:r>
            <a:r>
              <a:rPr lang="en-US" dirty="0"/>
              <a:t> </a:t>
            </a:r>
            <a:r>
              <a:rPr lang="en-US" dirty="0" err="1"/>
              <a:t>cảnh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(process) </a:t>
            </a:r>
            <a:r>
              <a:rPr lang="en-US" dirty="0" err="1"/>
              <a:t>vượt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.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chia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độc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luân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chung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RAM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, Overlay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do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thân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chịu</a:t>
            </a:r>
            <a:r>
              <a:rPr lang="en-US" dirty="0"/>
              <a:t> </a:t>
            </a:r>
            <a:r>
              <a:rPr lang="en-US" dirty="0" err="1"/>
              <a:t>trách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khiển</a:t>
            </a:r>
            <a:r>
              <a:rPr lang="en-US" dirty="0"/>
              <a:t>, </a:t>
            </a:r>
            <a:r>
              <a:rPr lang="en-US" dirty="0" err="1"/>
              <a:t>nghĩa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lập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phủ</a:t>
            </a:r>
            <a:r>
              <a:rPr lang="en-US" dirty="0"/>
              <a:t> </a:t>
            </a:r>
            <a:r>
              <a:rPr lang="en-US" dirty="0" err="1"/>
              <a:t>lấp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thủ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0554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(Swapping),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(main memory)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(backing store,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out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dừng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$P_1$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khỏi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in (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$P_2$)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(user space)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7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(Swapping policy)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liền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Round-robin (Luân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phiên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 out)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hết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cắt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(quantum time)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 in)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chu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($P_1 \text{ swap out}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P_2 \text{ swap in}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P_2 \text{ out}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rightarrow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P_3 \text{ in} \dots$).</a:t>
            </a:r>
          </a:p>
          <a:p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(Priority-based scheduling):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Khi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tức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nhường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Roll out, roll 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tiễn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$P_1 = 2\text{MB}$, $P_2 = 4\text{MB}$, $P_3 = 3\text{MB}$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$9\text{MB}$)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ổn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$6\text{MB}$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luân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chỗ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nhược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swapping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chậm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đĩa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(I/O)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trễ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điện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tử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146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Trong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,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nhiệm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cốt</a:t>
            </a:r>
            <a:r>
              <a:rPr lang="en-US" dirty="0"/>
              <a:t> </a:t>
            </a:r>
            <a:r>
              <a:rPr lang="en-US" dirty="0" err="1"/>
              <a:t>lõi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mọi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an </a:t>
            </a:r>
            <a:r>
              <a:rPr lang="en-US" dirty="0" err="1"/>
              <a:t>toàn</a:t>
            </a:r>
            <a:r>
              <a:rPr lang="en-US" dirty="0"/>
              <a:t>.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,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trữ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. Tuy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thách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nảy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vật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. Các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vĩnh</a:t>
            </a:r>
            <a:r>
              <a:rPr lang="en-US" dirty="0"/>
              <a:t> </a:t>
            </a:r>
            <a:r>
              <a:rPr lang="en-US" dirty="0" err="1"/>
              <a:t>viễn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tốc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vừa</a:t>
            </a:r>
            <a:r>
              <a:rPr lang="en-US" dirty="0"/>
              <a:t> </a:t>
            </a:r>
            <a:r>
              <a:rPr lang="en-US" dirty="0" err="1"/>
              <a:t>tránh</a:t>
            </a:r>
            <a:r>
              <a:rPr lang="en-US" dirty="0"/>
              <a:t> </a:t>
            </a:r>
            <a:r>
              <a:rPr lang="en-US" dirty="0" err="1"/>
              <a:t>lãng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.</a:t>
            </a:r>
          </a:p>
          <a:p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nghiêm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(fragmentation).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còn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, </a:t>
            </a:r>
            <a:r>
              <a:rPr lang="en-US" dirty="0" err="1"/>
              <a:t>nhưng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chia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mẩu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rải</a:t>
            </a:r>
            <a:r>
              <a:rPr lang="en-US" dirty="0"/>
              <a:t> </a:t>
            </a:r>
            <a:r>
              <a:rPr lang="en-US" dirty="0" err="1"/>
              <a:t>rác</a:t>
            </a:r>
            <a:r>
              <a:rPr lang="en-US" dirty="0"/>
              <a:t> </a:t>
            </a:r>
            <a:r>
              <a:rPr lang="en-US" dirty="0" err="1"/>
              <a:t>khắp</a:t>
            </a:r>
            <a:r>
              <a:rPr lang="en-US" dirty="0"/>
              <a:t> </a:t>
            </a:r>
            <a:r>
              <a:rPr lang="en-US" dirty="0" err="1"/>
              <a:t>nơi</a:t>
            </a:r>
            <a:r>
              <a:rPr lang="en-US" dirty="0"/>
              <a:t>.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khiến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đòi</a:t>
            </a:r>
            <a:r>
              <a:rPr lang="en-US" dirty="0"/>
              <a:t> </a:t>
            </a:r>
            <a:r>
              <a:rPr lang="en-US" dirty="0" err="1"/>
              <a:t>hỏi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liền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.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: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(internal fragmentation)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(external fragmentation)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ở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513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(internal fragmentation)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lãng</a:t>
            </a:r>
            <a:r>
              <a:rPr lang="en-US" dirty="0"/>
              <a:t> </a:t>
            </a:r>
            <a:r>
              <a:rPr lang="en-US" dirty="0" err="1"/>
              <a:t>phí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xảy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điều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chế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cố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(fix-sized block). Trong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chia </a:t>
            </a:r>
            <a:r>
              <a:rPr lang="en-US" dirty="0" err="1"/>
              <a:t>sẵn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ngăn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Khi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nhỏ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, </a:t>
            </a:r>
            <a:r>
              <a:rPr lang="en-US" dirty="0" err="1"/>
              <a:t>phần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dư</a:t>
            </a:r>
            <a:r>
              <a:rPr lang="en-US" dirty="0"/>
              <a:t> </a:t>
            </a:r>
            <a:r>
              <a:rPr lang="en-US" dirty="0" err="1"/>
              <a:t>thừa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. Tuy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</a:t>
            </a:r>
            <a:r>
              <a:rPr lang="en-US" dirty="0" err="1"/>
              <a:t>hữu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dư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.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: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chia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64K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P1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50K </a:t>
            </a:r>
            <a:r>
              <a:rPr lang="en-US" dirty="0" err="1"/>
              <a:t>vào</a:t>
            </a:r>
            <a:r>
              <a:rPr lang="en-US" dirty="0"/>
              <a:t>,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14K (64K </a:t>
            </a:r>
            <a:r>
              <a:rPr lang="en-US" dirty="0" err="1"/>
              <a:t>trừ</a:t>
            </a:r>
            <a:r>
              <a:rPr lang="en-US" dirty="0"/>
              <a:t> 50K </a:t>
            </a:r>
            <a:r>
              <a:rPr lang="en-US" dirty="0" err="1"/>
              <a:t>bằng</a:t>
            </a:r>
            <a:r>
              <a:rPr lang="en-US" dirty="0"/>
              <a:t> 14K). </a:t>
            </a:r>
            <a:r>
              <a:rPr lang="en-US" dirty="0" err="1"/>
              <a:t>Khoảng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14K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,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tồn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P1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r>
              <a:rPr lang="en-US" dirty="0"/>
              <a:t>.</a:t>
            </a:r>
          </a:p>
          <a:p>
            <a:r>
              <a:rPr lang="en-US" dirty="0" err="1"/>
              <a:t>Ngược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,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(external fragmentation)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do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bố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đều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 </a:t>
            </a:r>
            <a:r>
              <a:rPr lang="en-US" dirty="0" err="1"/>
              <a:t>Xét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bốn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P1, P2, P3, P4 </a:t>
            </a:r>
            <a:r>
              <a:rPr lang="en-US" dirty="0" err="1"/>
              <a:t>lần</a:t>
            </a:r>
            <a:r>
              <a:rPr lang="en-US" dirty="0"/>
              <a:t> </a:t>
            </a:r>
            <a:r>
              <a:rPr lang="en-US" dirty="0" err="1"/>
              <a:t>lượt</a:t>
            </a:r>
            <a:r>
              <a:rPr lang="en-US" dirty="0"/>
              <a:t> </a:t>
            </a:r>
            <a:r>
              <a:rPr lang="en-US" dirty="0" err="1"/>
              <a:t>chiếm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vùng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20K, 50K, 30K </a:t>
            </a:r>
            <a:r>
              <a:rPr lang="en-US" dirty="0" err="1"/>
              <a:t>và</a:t>
            </a:r>
            <a:r>
              <a:rPr lang="en-US" dirty="0"/>
              <a:t> 60K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sát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Khi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P1 </a:t>
            </a:r>
            <a:r>
              <a:rPr lang="en-US" dirty="0" err="1"/>
              <a:t>và</a:t>
            </a:r>
            <a:r>
              <a:rPr lang="en-US" dirty="0"/>
              <a:t> P3 </a:t>
            </a:r>
            <a:r>
              <a:rPr lang="en-US" dirty="0" err="1"/>
              <a:t>hoàn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lỗ</a:t>
            </a:r>
            <a:r>
              <a:rPr lang="en-US" dirty="0"/>
              <a:t> </a:t>
            </a:r>
            <a:r>
              <a:rPr lang="en-US" dirty="0" err="1"/>
              <a:t>hổng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kích</a:t>
            </a:r>
            <a:r>
              <a:rPr lang="en-US" dirty="0"/>
              <a:t> </a:t>
            </a:r>
            <a:r>
              <a:rPr lang="en-US" dirty="0" err="1"/>
              <a:t>thước</a:t>
            </a:r>
            <a:r>
              <a:rPr lang="en-US" dirty="0"/>
              <a:t> 20K </a:t>
            </a:r>
            <a:r>
              <a:rPr lang="en-US" dirty="0" err="1"/>
              <a:t>và</a:t>
            </a:r>
            <a:r>
              <a:rPr lang="en-US" dirty="0"/>
              <a:t> 30K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tách</a:t>
            </a:r>
            <a:r>
              <a:rPr lang="en-US" dirty="0"/>
              <a:t> </a:t>
            </a:r>
            <a:r>
              <a:rPr lang="en-US" dirty="0" err="1"/>
              <a:t>biệt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P2 </a:t>
            </a:r>
            <a:r>
              <a:rPr lang="en-US" dirty="0" err="1"/>
              <a:t>đang</a:t>
            </a:r>
            <a:r>
              <a:rPr lang="en-US" dirty="0"/>
              <a:t> </a:t>
            </a:r>
            <a:r>
              <a:rPr lang="en-US" dirty="0" err="1"/>
              <a:t>chạy</a:t>
            </a:r>
            <a:r>
              <a:rPr lang="en-US" dirty="0"/>
              <a:t> ở </a:t>
            </a:r>
            <a:r>
              <a:rPr lang="en-US" dirty="0" err="1"/>
              <a:t>giữa</a:t>
            </a:r>
            <a:r>
              <a:rPr lang="en-US" dirty="0"/>
              <a:t>. </a:t>
            </a:r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dù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dung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50K (20K </a:t>
            </a:r>
            <a:r>
              <a:rPr lang="en-US" dirty="0" err="1"/>
              <a:t>cộng</a:t>
            </a:r>
            <a:r>
              <a:rPr lang="en-US" dirty="0"/>
              <a:t> 30K </a:t>
            </a:r>
            <a:r>
              <a:rPr lang="en-US" dirty="0" err="1"/>
              <a:t>bằng</a:t>
            </a:r>
            <a:r>
              <a:rPr lang="en-US" dirty="0"/>
              <a:t> 50K),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40K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,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.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mảnh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: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</a:t>
            </a:r>
            <a:r>
              <a:rPr lang="en-US" dirty="0" err="1"/>
              <a:t>trống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nhưng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,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nguyên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84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(process)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(Contiguous Memory Allocation)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(Non-contiguous Memory Allocation).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(Fixed Partitioning)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(Dynamic Partitioning)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(Paging) –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(Segmentation) –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0024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tâm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(memory fragmentation).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(internal fragmentation)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(external fragmentation).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(free memory)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nâng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46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(Fixed Partitioning)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(partition)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(overlay)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(internal fragmentation):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mảnh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overlay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đòi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hỏi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(overhead)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297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(Dynamic Partitioning),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nhóm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(free partition)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(used partition).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chốt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First-fit,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quét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Best-fit,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duyệt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Worst-fit,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55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(Paging),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Nguyên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(logical memory)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(physical memory)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byte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 bytes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Kilobytes)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Trang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(Page 0)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(Frame 2)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Trang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Khung 3, Trang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Khung 6,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Trang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Khung 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8210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Table),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(Index),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(Entry),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nửa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byte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bytes). Các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0, 4, 8, 12, 16, 20, 24, 28, 32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"m n o p"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11). Trang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"a b c d e f g h"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27).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"I j k l".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223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Quy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CPU)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do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number)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offset).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table).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number)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Sau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09929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 Bytes,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Bytes. Tiến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(pages),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Table)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(p, d)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(1, 3)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=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=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(offset)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= 1,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(based address),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=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Công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24 + 3 = 27.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27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"h".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(0,0)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20, (3,1)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(2,2)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281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số_bit_địa_chỉ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= 8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size),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2, ta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bytes,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bytes.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=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 + n).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=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 - n).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=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 - p).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50480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Bytes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Bytes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 - 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bit,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number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offset -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m - n bits.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bits.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bit, 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- 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933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256 bytes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bytes),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(frames). Như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256 bytes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Bytes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Bytes,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= 3).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32 Bytes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Bytes,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= 5).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 - n) =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(5 - 3) =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lũy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=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(p, d)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 - n = 5 - 3 = 2 bits;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bits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đúng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 = 3 bits;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bits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01,101,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(1, 5) –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01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Thanh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(Page-table base register - PTBR)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Thanh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(Page-table length register - PTLR)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ô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(RAM);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chậm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(Cache)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(Translation Lookaside Buffer - TLB);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nhờ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hồi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kém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446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(virtual memory)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trò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Replacement).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HDD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ổ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SSD)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phỏng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(RAM).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(swapping),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(RAM)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lớn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 space)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 partition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Linux,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tệp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Pagefile.sys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Windows.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530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Replacement)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(running)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(RAM). 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sẵn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(page-fault).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(ổ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(swap-in).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xảy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swap-in,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(frame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 Replacement).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(victim page),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(swap-out),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swap-in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8534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(RAM)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(victim page)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FIFO (First In – First Out),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 (Optimal),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 xa: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khoảng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sắp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đảm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tỷ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xảy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(page-fault)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luôn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chạy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LRU (Least Recently Used),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LRU,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(reference bit)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kèm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dõi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044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(FIFO, OPT, LRU).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2, 3, 2, 1, 5, 2, 4, 5, 3, 2, 5, 2.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 (Fault)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dưới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xảy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RAM).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FIFO,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yêu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(2, 3, 1),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(5, 3, 1)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(F).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2, 4, 3, 5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FIFO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sớm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chọn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(2, 3, 5)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F);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LRU,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(2, 5, 1)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diễn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LRU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FIFO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OPT.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857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(Paging).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(Suspend),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(RAM)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chuyển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ngoài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(swap-out)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Những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vừa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phóng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đây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khóa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đè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phạm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nghiêm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tắc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cô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nhất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(valid bit)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xem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Phương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sung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(protection bit)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chặn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619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sâu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tổng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protection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(valid bit),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thêm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(valid),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biểu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(invalid),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về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swap-out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mọi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nỗ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chúng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chặn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valid bit,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gắn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(protection bit)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(entry)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protection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phổ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(read-only),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(read-write),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(execute-only).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7076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(protection bit)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vẹn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(read-only)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(read-write)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bởi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Dựa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mẫu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slide,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protection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việc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đè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(protection fault)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protection bit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phép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đủ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trọng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thường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read-only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read-write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69878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(Segmentation),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góc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nhìn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người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còn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dãy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byte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tuyến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(main program),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(procedure/function),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xếp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(stack), 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(symbol table).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 0),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(segment 1), Stack (segment 2),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 3).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trúc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 table).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(index)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(Limit)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tế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(Base address)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đầu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segment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(limit)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1000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(base)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1400,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chiếm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1400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2400.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tự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segment 1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1100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4700,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4700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5800; segment 2 (stack)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4300; segment 3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limit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400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base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6300.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9958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luận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CPU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cặp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&lt;s, d&gt;. Trong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(segment number),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số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vấn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offset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bằng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đổi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dịch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bắt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(limit)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dòng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phải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trị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limit (d &lt; limit).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thỏa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"no"),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hoạt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(trap: addressing error)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Nếu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thỏa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nhánh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"yes"),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lấy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(base)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cộng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Công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text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base + d.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0778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ưu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điểm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vượt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trội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lập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tài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nguyên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ở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mức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nhau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Do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mỗi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diện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phần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logic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ý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nghĩa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rõ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như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lệnh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editor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hành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thể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dễ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dàng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thuộc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tính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phù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hợp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dụ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hoặc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quyền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đọc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đồ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trực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họa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năng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giữa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P2. Tiến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không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gồm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segment 0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văn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editor)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segment 1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1). Tiến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cũng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segment 0 (editor)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segment 1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 2). Thay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vì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nạp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chương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editor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RAM,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mục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được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cấu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trỏ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cơ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43062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kích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thước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25286. Như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trình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và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chia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sẻ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chung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một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chứa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mã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nguồn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editor (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vùng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từ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43062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đến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68348),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trong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khi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vẫn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sở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hữu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các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phân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đoạn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dữ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liệu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riêng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biệt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toàn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(data 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P1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68348, data 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P2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nằm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tại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địa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chỉ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90003).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Điều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này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giúp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tiết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kiệm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tối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đa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dung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lượng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bộ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nhớ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vật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lý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của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hệ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thống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4BFC6-97F5-409A-B9D4-7BE7F13B76B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495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0574" y="2221120"/>
            <a:ext cx="8458200" cy="1099930"/>
          </a:xfrm>
        </p:spPr>
        <p:txBody>
          <a:bodyPr/>
          <a:lstStyle>
            <a:lvl1pPr algn="ctr">
              <a:defRPr sz="4400" b="1" baseline="0">
                <a:solidFill>
                  <a:srgbClr val="C00000"/>
                </a:solidFill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07974" y="3810000"/>
            <a:ext cx="6400800" cy="685800"/>
          </a:xfrm>
        </p:spPr>
        <p:txBody>
          <a:bodyPr>
            <a:normAutofit/>
          </a:bodyPr>
          <a:lstStyle>
            <a:lvl1pPr marL="0" indent="0" algn="r">
              <a:buNone/>
              <a:defRPr sz="2800" b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3192"/>
            <a:ext cx="8077200" cy="662608"/>
          </a:xfrm>
        </p:spPr>
        <p:txBody>
          <a:bodyPr/>
          <a:lstStyle>
            <a:lvl1pPr algn="ctr">
              <a:defRPr sz="3600" b="1">
                <a:latin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638800"/>
          </a:xfrm>
        </p:spPr>
        <p:txBody>
          <a:bodyPr/>
          <a:lstStyle>
            <a:lvl1pPr marL="342900" indent="-342900">
              <a:lnSpc>
                <a:spcPct val="110000"/>
              </a:lnSpc>
              <a:spcBef>
                <a:spcPts val="600"/>
              </a:spcBef>
              <a:buFontTx/>
              <a:buBlip>
                <a:blip r:embed="rId3"/>
              </a:buBlip>
              <a:defRPr lang="en-US" sz="2400" b="1" kern="1200" dirty="0" smtClean="0">
                <a:solidFill>
                  <a:srgbClr val="002060"/>
                </a:solidFill>
                <a:latin typeface="Cambria" panose="02040503050406030204" pitchFamily="18" charset="0"/>
                <a:ea typeface="+mn-ea"/>
                <a:cs typeface="Times New Roman" panose="02020603050405020304" pitchFamily="18" charset="0"/>
              </a:defRPr>
            </a:lvl1pPr>
            <a:lvl2pPr marL="622300" indent="-285750">
              <a:lnSpc>
                <a:spcPct val="110000"/>
              </a:lnSpc>
              <a:spcBef>
                <a:spcPts val="300"/>
              </a:spcBef>
              <a:buFontTx/>
              <a:buBlip>
                <a:blip r:embed="rId4"/>
              </a:buBlip>
              <a:defRPr lang="en-US" sz="2200" kern="1200" dirty="0" smtClean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Times New Roman" panose="02020603050405020304" pitchFamily="18" charset="0"/>
              </a:defRPr>
            </a:lvl2pPr>
            <a:lvl3pPr marL="862013" indent="-228600">
              <a:lnSpc>
                <a:spcPct val="110000"/>
              </a:lnSpc>
              <a:spcBef>
                <a:spcPts val="300"/>
              </a:spcBef>
              <a:buFontTx/>
              <a:buBlip>
                <a:blip r:embed="rId5"/>
              </a:buBlip>
              <a:defRPr lang="en-US" sz="2000" kern="1200" dirty="0" smtClean="0">
                <a:solidFill>
                  <a:schemeClr val="tx1"/>
                </a:solidFill>
                <a:latin typeface="Cambria" panose="02040503050406030204" pitchFamily="18" charset="0"/>
                <a:ea typeface="+mn-ea"/>
                <a:cs typeface="Times New Roman" panose="02020603050405020304" pitchFamily="18" charset="0"/>
              </a:defRPr>
            </a:lvl3pPr>
            <a:lvl4pPr marL="1139825" indent="-225425">
              <a:lnSpc>
                <a:spcPct val="11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1800">
                <a:latin typeface="Cambria" panose="02040503050406030204" pitchFamily="18" charset="0"/>
              </a:defRPr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29600" y="6526696"/>
            <a:ext cx="609600" cy="304800"/>
          </a:xfrm>
          <a:noFill/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mbria" panose="02040503050406030204" pitchFamily="18" charset="0"/>
              </a:defRPr>
            </a:lvl1pPr>
          </a:lstStyle>
          <a:p>
            <a:fld id="{A1A52A4C-8883-4C52-AAE8-0405D358AC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7" t="22304" r="78969" b="22305"/>
          <a:stretch/>
        </p:blipFill>
        <p:spPr>
          <a:xfrm>
            <a:off x="0" y="5263"/>
            <a:ext cx="762000" cy="76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505200"/>
            <a:ext cx="7772400" cy="1362075"/>
          </a:xfrm>
        </p:spPr>
        <p:txBody>
          <a:bodyPr anchor="t"/>
          <a:lstStyle>
            <a:lvl1pPr algn="l">
              <a:defRPr sz="2800" b="1" cap="all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600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2971800" cy="1371600"/>
          </a:xfrm>
        </p:spPr>
        <p:txBody>
          <a:bodyPr anchor="b"/>
          <a:lstStyle>
            <a:lvl1pPr algn="l">
              <a:defRPr sz="2000" b="1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90600"/>
            <a:ext cx="5111750" cy="5135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362200"/>
            <a:ext cx="3008313" cy="3763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990600"/>
            <a:ext cx="5486400" cy="373697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0"/>
            <a:ext cx="2057400" cy="5211763"/>
          </a:xfrm>
        </p:spPr>
        <p:txBody>
          <a:bodyPr vert="eaVert"/>
          <a:lstStyle>
            <a:lvl1pPr>
              <a:defRPr>
                <a:solidFill>
                  <a:schemeClr val="accent1">
                    <a:lumMod val="75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0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Trung tâm đào tạo SmartPro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5438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513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Trung tâm đào tạo SmartPro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52A4C-8883-4C52-AAE8-0405D358AC4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8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mtuan@nt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2243" y="1295401"/>
            <a:ext cx="8111939" cy="838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2800" dirty="0">
                <a:solidFill>
                  <a:srgbClr val="002060"/>
                </a:solidFill>
              </a:rPr>
              <a:t>Bài giảng môn học: </a:t>
            </a:r>
            <a:r>
              <a:rPr lang="en-US" sz="2800" dirty="0"/>
              <a:t>HỆ ĐIỀU HÀNH</a:t>
            </a:r>
            <a:endParaRPr lang="en-US" sz="28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6112" y="457200"/>
            <a:ext cx="47019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TRƯỜNG ĐẠI HỌC NGUYỄN TẤT THÀNH</a:t>
            </a:r>
          </a:p>
          <a:p>
            <a:pPr algn="ctr"/>
            <a:r>
              <a:rPr lang="en-US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  <p:sp>
        <p:nvSpPr>
          <p:cNvPr id="7" name="Footer Placeholder 3"/>
          <p:cNvSpPr txBox="1">
            <a:spLocks/>
          </p:cNvSpPr>
          <p:nvPr/>
        </p:nvSpPr>
        <p:spPr>
          <a:xfrm>
            <a:off x="3962400" y="4977180"/>
            <a:ext cx="4819750" cy="1059133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Biên soạn: </a:t>
            </a:r>
            <a:r>
              <a:rPr lang="en-US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ThS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.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Dương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 Minh </a:t>
            </a:r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Tuấn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r"/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</a:rPr>
              <a:t>Email :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cs typeface="Arial" panose="020B0604020202020204" pitchFamily="34" charset="0"/>
                <a:hlinkClick r:id="rId2"/>
              </a:rPr>
              <a:t>dmtuan@ntt.edu.vn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9" name="Subtitle 2"/>
          <p:cNvSpPr>
            <a:spLocks noGrp="1"/>
          </p:cNvSpPr>
          <p:nvPr>
            <p:ph type="subTitle" idx="4294967295"/>
          </p:nvPr>
        </p:nvSpPr>
        <p:spPr>
          <a:xfrm>
            <a:off x="381000" y="4977180"/>
            <a:ext cx="3710224" cy="1059132"/>
          </a:xfrm>
          <a:noFill/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Số tín chỉ: </a:t>
            </a:r>
            <a:r>
              <a:rPr lang="vi-V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3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S</a:t>
            </a:r>
            <a:r>
              <a:rPr lang="vi-V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ố tiết</a:t>
            </a:r>
            <a:r>
              <a:rPr lang="vi-V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: 60 tiết</a:t>
            </a:r>
            <a:b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</a:rPr>
              <a:t>(30 LT + 30 TH)</a:t>
            </a:r>
            <a:endParaRPr lang="vi-VN" dirty="0">
              <a:latin typeface="Cambria" panose="020405030504060302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70211" y="2325471"/>
            <a:ext cx="8111939" cy="16434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 baseline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+mj-ea"/>
                <a:cs typeface="Arial" pitchFamily="34" charset="0"/>
              </a:defRPr>
            </a:lvl1pPr>
          </a:lstStyle>
          <a:p>
            <a:pPr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</a:pPr>
            <a:r>
              <a:rPr lang="en-US" sz="3600" dirty="0">
                <a:solidFill>
                  <a:srgbClr val="002060"/>
                </a:solidFill>
              </a:rPr>
              <a:t>Chương 5: </a:t>
            </a:r>
            <a:br>
              <a:rPr lang="en-US" sz="3600" dirty="0">
                <a:solidFill>
                  <a:srgbClr val="002060"/>
                </a:solidFill>
              </a:rPr>
            </a:br>
            <a:r>
              <a:rPr lang="en-US" sz="4000" dirty="0"/>
              <a:t>QUẢN LÝ BỘ NHỚ  </a:t>
            </a:r>
          </a:p>
        </p:txBody>
      </p:sp>
    </p:spTree>
    <p:extLst>
      <p:ext uri="{BB962C8B-B14F-4D97-AF65-F5344CB8AC3E}">
        <p14:creationId xmlns:p14="http://schemas.microsoft.com/office/powerpoint/2010/main" val="158129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3192"/>
            <a:ext cx="8077200" cy="662608"/>
          </a:xfrm>
        </p:spPr>
        <p:txBody>
          <a:bodyPr/>
          <a:lstStyle/>
          <a:p>
            <a:r>
              <a:rPr lang="en-US" dirty="0"/>
              <a:t>Chương 5</a:t>
            </a:r>
            <a:r>
              <a:rPr lang="vi-VN" sz="3600" dirty="0"/>
              <a:t>: </a:t>
            </a:r>
            <a:r>
              <a:rPr lang="en-US" dirty="0"/>
              <a:t>QUẢN LÝ BỘ NHỚ</a:t>
            </a:r>
            <a:endParaRPr lang="vi-VN" sz="36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192754"/>
              </p:ext>
            </p:extLst>
          </p:nvPr>
        </p:nvGraphicFramePr>
        <p:xfrm>
          <a:off x="304800" y="990600"/>
          <a:ext cx="8534400" cy="533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98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077200" cy="496956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cấp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bộ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nhớ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FB28E4-EA59-459E-8930-063E766AFEF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31" t="23333" r="23614" b="16087"/>
          <a:stretch/>
        </p:blipFill>
        <p:spPr>
          <a:xfrm>
            <a:off x="304800" y="762000"/>
            <a:ext cx="8534400" cy="556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176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077200" cy="496956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Phân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cấp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bộ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nhớ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D1E60-563A-4A46-9A1A-91E785D3B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603" t="20579" r="21169" b="21884"/>
          <a:stretch/>
        </p:blipFill>
        <p:spPr>
          <a:xfrm>
            <a:off x="277950" y="914400"/>
            <a:ext cx="8892944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4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khái niệm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Bộ nhớ và địa chỉ bộ nhớ:</a:t>
            </a:r>
          </a:p>
          <a:p>
            <a:pPr lvl="1"/>
            <a:r>
              <a:rPr lang="en-US" dirty="0"/>
              <a:t>Bộ nhớ là nơi chứa các tiến trình (</a:t>
            </a:r>
            <a:r>
              <a:rPr lang="en-US" i="1" dirty="0"/>
              <a:t>ready queue</a:t>
            </a:r>
            <a:r>
              <a:rPr lang="en-US" dirty="0"/>
              <a:t>) và dữ liệu của tiến trình trước khi được CPU xử lý.</a:t>
            </a:r>
          </a:p>
          <a:p>
            <a:pPr lvl="1"/>
            <a:r>
              <a:rPr lang="en-US" dirty="0"/>
              <a:t>Đơn vị lưu trữ là </a:t>
            </a:r>
            <a:r>
              <a:rPr lang="en-US" i="1" dirty="0">
                <a:solidFill>
                  <a:srgbClr val="0070C0"/>
                </a:solidFill>
              </a:rPr>
              <a:t>Word</a:t>
            </a:r>
            <a:r>
              <a:rPr lang="en-US" dirty="0"/>
              <a:t> (hay </a:t>
            </a:r>
            <a:r>
              <a:rPr lang="en-US" i="1" dirty="0">
                <a:solidFill>
                  <a:srgbClr val="0070C0"/>
                </a:solidFill>
              </a:rPr>
              <a:t>Byte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Mỗi </a:t>
            </a:r>
            <a:r>
              <a:rPr lang="en-US" i="1" dirty="0"/>
              <a:t>Word</a:t>
            </a:r>
            <a:r>
              <a:rPr lang="en-US" dirty="0"/>
              <a:t> được gán một địa chỉ</a:t>
            </a:r>
            <a:br>
              <a:rPr lang="en-US" dirty="0"/>
            </a:b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memory address</a:t>
            </a:r>
            <a:r>
              <a:rPr lang="en-US" dirty="0"/>
              <a:t>) để truy cập.</a:t>
            </a:r>
          </a:p>
          <a:p>
            <a:r>
              <a:rPr lang="en-US" dirty="0"/>
              <a:t>Cấp phát bộ nhớ cho </a:t>
            </a:r>
            <a:r>
              <a:rPr lang="en-US" i="1" dirty="0"/>
              <a:t>process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Mỗi </a:t>
            </a:r>
            <a:r>
              <a:rPr lang="en-US" i="1" dirty="0"/>
              <a:t>process</a:t>
            </a:r>
            <a:r>
              <a:rPr lang="en-US" dirty="0"/>
              <a:t> được cấp phát không</a:t>
            </a:r>
            <a:br>
              <a:rPr lang="en-US" dirty="0"/>
            </a:br>
            <a:r>
              <a:rPr lang="en-US" dirty="0"/>
              <a:t>gian bộ nhớ riêng.</a:t>
            </a:r>
          </a:p>
          <a:p>
            <a:pPr lvl="1"/>
            <a:r>
              <a:rPr lang="en-US" dirty="0"/>
              <a:t>Không gian nhớ của mỗi </a:t>
            </a:r>
            <a:r>
              <a:rPr lang="en-US" i="1" dirty="0"/>
              <a:t>process </a:t>
            </a:r>
            <a:br>
              <a:rPr lang="en-US" i="1" dirty="0"/>
            </a:br>
            <a:r>
              <a:rPr lang="en-US" dirty="0"/>
              <a:t>được giới hạn bới: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Base address</a:t>
            </a:r>
            <a:r>
              <a:rPr lang="en-US" dirty="0"/>
              <a:t>: địa chỉ bắt đầu.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Limit</a:t>
            </a:r>
            <a:r>
              <a:rPr lang="en-US" dirty="0"/>
              <a:t>: không gian (dung lượng)</a:t>
            </a:r>
            <a:br>
              <a:rPr lang="en-US" dirty="0"/>
            </a:br>
            <a:r>
              <a:rPr lang="en-US" dirty="0"/>
              <a:t>bộ nhớ được cấp.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905000"/>
            <a:ext cx="3524250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18628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khái niệm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Các loại địa chỉ bộ nhớ:</a:t>
            </a:r>
          </a:p>
          <a:p>
            <a:pPr lvl="1"/>
            <a:r>
              <a:rPr lang="en-US" b="1" dirty="0"/>
              <a:t>Địa chỉ vật lý </a:t>
            </a:r>
            <a:r>
              <a:rPr lang="vi-VN" dirty="0"/>
              <a:t>(</a:t>
            </a:r>
            <a:r>
              <a:rPr lang="vi-VN" i="1" dirty="0">
                <a:solidFill>
                  <a:srgbClr val="0070C0"/>
                </a:solidFill>
              </a:rPr>
              <a:t>physical address</a:t>
            </a:r>
            <a:r>
              <a:rPr lang="vi-VN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Là địa chỉ trỏ đến toàn bộ các </a:t>
            </a:r>
            <a:r>
              <a:rPr lang="en-US" i="1" dirty="0"/>
              <a:t>words</a:t>
            </a:r>
            <a:r>
              <a:rPr lang="en-US" dirty="0"/>
              <a:t> trên </a:t>
            </a:r>
            <a:r>
              <a:rPr lang="en-US" b="1" i="1" dirty="0"/>
              <a:t>bộ nhớ vật lý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Không gian địa chỉ vật lý bao gồm toàn bộ </a:t>
            </a:r>
            <a:r>
              <a:rPr lang="en-US" b="1" i="1" dirty="0"/>
              <a:t>bộ nhớ vật lý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Địa chỉ luận lý </a:t>
            </a:r>
            <a:r>
              <a:rPr lang="en-US" dirty="0"/>
              <a:t>/</a:t>
            </a:r>
            <a:r>
              <a:rPr lang="vi-VN" dirty="0"/>
              <a:t> </a:t>
            </a:r>
            <a:r>
              <a:rPr lang="vi-VN" b="1" dirty="0"/>
              <a:t>tái</a:t>
            </a:r>
            <a:r>
              <a:rPr lang="en-US" b="1" dirty="0"/>
              <a:t> </a:t>
            </a:r>
            <a:r>
              <a:rPr lang="vi-VN" b="1" dirty="0"/>
              <a:t>định vị </a:t>
            </a:r>
            <a:r>
              <a:rPr lang="vi-VN" dirty="0"/>
              <a:t>(</a:t>
            </a:r>
            <a:r>
              <a:rPr lang="vi-VN" i="1" dirty="0">
                <a:solidFill>
                  <a:srgbClr val="0070C0"/>
                </a:solidFill>
              </a:rPr>
              <a:t>logical </a:t>
            </a:r>
            <a:r>
              <a:rPr lang="en-US" dirty="0"/>
              <a:t>/ </a:t>
            </a:r>
            <a:r>
              <a:rPr lang="en-US" i="1" dirty="0">
                <a:solidFill>
                  <a:srgbClr val="0070C0"/>
                </a:solidFill>
              </a:rPr>
              <a:t>r</a:t>
            </a:r>
            <a:r>
              <a:rPr lang="vi-VN" i="1" dirty="0">
                <a:solidFill>
                  <a:srgbClr val="0070C0"/>
                </a:solidFill>
              </a:rPr>
              <a:t>elocatable address</a:t>
            </a:r>
            <a:r>
              <a:rPr lang="vi-VN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Là địa chỉ </a:t>
            </a:r>
            <a:r>
              <a:rPr lang="en-US" i="1" dirty="0"/>
              <a:t>lệnh</a:t>
            </a:r>
            <a:r>
              <a:rPr lang="en-US" dirty="0"/>
              <a:t> và </a:t>
            </a:r>
            <a:r>
              <a:rPr lang="en-US" i="1" dirty="0"/>
              <a:t>dữ liệu </a:t>
            </a:r>
            <a:r>
              <a:rPr lang="en-US" dirty="0"/>
              <a:t>nội tại của một chương trình.</a:t>
            </a:r>
          </a:p>
          <a:p>
            <a:pPr lvl="2"/>
            <a:r>
              <a:rPr lang="en-US" dirty="0"/>
              <a:t>Không gian địa chỉ luận lý giới hạn trong vùng nhớ được cấp.</a:t>
            </a:r>
          </a:p>
          <a:p>
            <a:pPr lvl="1"/>
            <a:r>
              <a:rPr lang="en-US" dirty="0"/>
              <a:t> </a:t>
            </a:r>
            <a:r>
              <a:rPr lang="en-US" b="1" i="1" dirty="0"/>
              <a:t>Địa chỉ Tương đối và Tuyệt đối</a:t>
            </a:r>
            <a:r>
              <a:rPr lang="vi-VN" dirty="0"/>
              <a:t>:</a:t>
            </a:r>
            <a:endParaRPr lang="en-US" dirty="0"/>
          </a:p>
          <a:p>
            <a:pPr lvl="2"/>
            <a:r>
              <a:rPr lang="en-US" b="1" i="1" dirty="0"/>
              <a:t>Địa chỉ </a:t>
            </a:r>
            <a:r>
              <a:rPr lang="vi-VN" b="1" i="1" dirty="0"/>
              <a:t>tuyệt đối</a:t>
            </a:r>
            <a:r>
              <a:rPr lang="en-US" b="1" i="1" dirty="0"/>
              <a:t> </a:t>
            </a:r>
            <a:r>
              <a:rPr lang="en-US" dirty="0"/>
              <a:t>(</a:t>
            </a:r>
            <a:r>
              <a:rPr lang="vi-VN" i="1" dirty="0">
                <a:solidFill>
                  <a:srgbClr val="0070C0"/>
                </a:solidFill>
              </a:rPr>
              <a:t>Absolute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vi-VN" i="1" dirty="0">
                <a:solidFill>
                  <a:srgbClr val="0070C0"/>
                </a:solidFill>
              </a:rPr>
              <a:t>address</a:t>
            </a:r>
            <a:r>
              <a:rPr lang="en-US" dirty="0"/>
              <a:t>): là địa chỉ vật lý của bộ nhớ.</a:t>
            </a:r>
          </a:p>
          <a:p>
            <a:pPr lvl="2"/>
            <a:r>
              <a:rPr lang="en-US" b="1" i="1" dirty="0"/>
              <a:t>Địa chỉ tương đối </a:t>
            </a:r>
            <a:r>
              <a:rPr lang="en-US" dirty="0"/>
              <a:t>(</a:t>
            </a:r>
            <a:r>
              <a:rPr lang="vi-VN" i="1" dirty="0">
                <a:solidFill>
                  <a:srgbClr val="0070C0"/>
                </a:solidFill>
              </a:rPr>
              <a:t>Relative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vi-VN" i="1" dirty="0">
                <a:solidFill>
                  <a:srgbClr val="0070C0"/>
                </a:solidFill>
              </a:rPr>
              <a:t>address</a:t>
            </a:r>
            <a:r>
              <a:rPr lang="en-US" dirty="0"/>
              <a:t>): là địa chỉ tính từ 1 </a:t>
            </a:r>
            <a:r>
              <a:rPr lang="en-US" i="1" dirty="0"/>
              <a:t>điểm cơ sở</a:t>
            </a:r>
            <a:r>
              <a:rPr lang="vi-VN" i="1" dirty="0"/>
              <a:t>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based address</a:t>
            </a:r>
            <a:r>
              <a:rPr lang="en-US" dirty="0"/>
              <a:t>) trong không gian bộ nhớ mà tiến trình được cấp.</a:t>
            </a:r>
          </a:p>
          <a:p>
            <a:pPr marL="633413" lvl="2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Địa chỉ tuyệt đối = Based address + Địa chỉ tương đối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49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khái niệm cơ bản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Quản lý bộ nhớ </a:t>
            </a:r>
            <a:r>
              <a:rPr lang="vi-VN" dirty="0"/>
              <a:t>c</a:t>
            </a:r>
            <a:r>
              <a:rPr lang="en-US" dirty="0"/>
              <a:t>ủ</a:t>
            </a:r>
            <a:r>
              <a:rPr lang="vi-VN" dirty="0"/>
              <a:t>a </a:t>
            </a:r>
            <a:r>
              <a:rPr lang="en-US" i="1" dirty="0"/>
              <a:t>H</a:t>
            </a:r>
            <a:r>
              <a:rPr lang="vi-VN" i="1" dirty="0"/>
              <a:t>ệ điều</a:t>
            </a:r>
            <a:r>
              <a:rPr lang="en-US" i="1" dirty="0"/>
              <a:t> hà</a:t>
            </a:r>
            <a:r>
              <a:rPr lang="vi-VN" i="1" dirty="0"/>
              <a:t>nh 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Là </a:t>
            </a:r>
            <a:r>
              <a:rPr lang="vi-VN" dirty="0"/>
              <a:t>việc phân </a:t>
            </a:r>
            <a:r>
              <a:rPr lang="en-US" dirty="0"/>
              <a:t>phối </a:t>
            </a:r>
            <a:r>
              <a:rPr lang="vi-VN" dirty="0"/>
              <a:t>bộ nhớ </a:t>
            </a:r>
            <a:r>
              <a:rPr lang="en-US" dirty="0"/>
              <a:t>cho </a:t>
            </a:r>
            <a:r>
              <a:rPr lang="vi-VN" dirty="0"/>
              <a:t>c</a:t>
            </a:r>
            <a:r>
              <a:rPr lang="en-US" dirty="0"/>
              <a:t>á</a:t>
            </a:r>
            <a:r>
              <a:rPr lang="vi-VN" dirty="0"/>
              <a:t>c </a:t>
            </a:r>
            <a:r>
              <a:rPr lang="vi-VN" i="1" dirty="0"/>
              <a:t>process</a:t>
            </a:r>
            <a:r>
              <a:rPr lang="en-US" dirty="0"/>
              <a:t>, </a:t>
            </a:r>
            <a:r>
              <a:rPr lang="vi-VN" dirty="0"/>
              <a:t>với</a:t>
            </a:r>
            <a:r>
              <a:rPr lang="en-US" dirty="0"/>
              <a:t> sự hỗ </a:t>
            </a:r>
            <a:r>
              <a:rPr lang="vi-VN" dirty="0"/>
              <a:t>trợ</a:t>
            </a:r>
            <a:r>
              <a:rPr lang="en-US" dirty="0"/>
              <a:t> của: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MMU</a:t>
            </a:r>
            <a:r>
              <a:rPr lang="en-US" dirty="0"/>
              <a:t> (</a:t>
            </a:r>
            <a:r>
              <a:rPr lang="en-US" i="1" dirty="0">
                <a:solidFill>
                  <a:srgbClr val="0070C0"/>
                </a:solidFill>
              </a:rPr>
              <a:t>Memory Management Unit</a:t>
            </a:r>
            <a:r>
              <a:rPr lang="en-US" dirty="0"/>
              <a:t>): là một chip phần cứng có nhiệm vụ:  khởi tạo địa chỉ, truy xuất và quản lý </a:t>
            </a:r>
            <a:r>
              <a:rPr lang="en-US" b="1" i="1" dirty="0"/>
              <a:t>bộ nhớ vật lý</a:t>
            </a:r>
            <a:r>
              <a:rPr lang="en-US" dirty="0"/>
              <a:t>.</a:t>
            </a:r>
            <a:endParaRPr lang="vi-VN" dirty="0"/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CPU</a:t>
            </a:r>
            <a:r>
              <a:rPr lang="en-US" dirty="0"/>
              <a:t> biên dịch (</a:t>
            </a:r>
            <a:r>
              <a:rPr lang="en-US" i="1" dirty="0">
                <a:solidFill>
                  <a:srgbClr val="0070C0"/>
                </a:solidFill>
              </a:rPr>
              <a:t>compile</a:t>
            </a:r>
            <a:r>
              <a:rPr lang="en-US" dirty="0"/>
              <a:t>) chương trình =&gt; tạo ra </a:t>
            </a:r>
            <a:r>
              <a:rPr lang="en-US" b="1" i="1" dirty="0"/>
              <a:t>địa chỉ luận lý </a:t>
            </a:r>
          </a:p>
          <a:p>
            <a:pPr lvl="1"/>
            <a:r>
              <a:rPr lang="en-US" dirty="0"/>
              <a:t>Các chức năng quản lý bộ nhớ của HĐH:</a:t>
            </a:r>
          </a:p>
          <a:p>
            <a:pPr lvl="2"/>
            <a:r>
              <a:rPr lang="en-US" dirty="0"/>
              <a:t>Cấp phát bộ nhớ cho các process.</a:t>
            </a:r>
          </a:p>
          <a:p>
            <a:pPr lvl="2"/>
            <a:r>
              <a:rPr lang="en-US" dirty="0"/>
              <a:t>Chuyển đổi </a:t>
            </a:r>
            <a:r>
              <a:rPr lang="en-US" i="1" dirty="0"/>
              <a:t>địa chỉ luận lý </a:t>
            </a:r>
            <a:r>
              <a:rPr lang="en-US" dirty="0">
                <a:sym typeface="Wingdings" panose="05000000000000000000" pitchFamily="2" charset="2"/>
              </a:rPr>
              <a:t></a:t>
            </a:r>
            <a:r>
              <a:rPr lang="en-US" dirty="0"/>
              <a:t> </a:t>
            </a:r>
            <a:r>
              <a:rPr lang="en-US" i="1" dirty="0"/>
              <a:t>địa chỉ vật lý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Tái định vị (</a:t>
            </a:r>
            <a:r>
              <a:rPr lang="en-US" i="1" dirty="0">
                <a:solidFill>
                  <a:srgbClr val="0070C0"/>
                </a:solidFill>
              </a:rPr>
              <a:t>relocation</a:t>
            </a:r>
            <a:r>
              <a:rPr lang="en-US" dirty="0"/>
              <a:t>) </a:t>
            </a:r>
            <a:r>
              <a:rPr lang="en-US" i="1" dirty="0"/>
              <a:t>process</a:t>
            </a:r>
            <a:r>
              <a:rPr lang="en-US" dirty="0"/>
              <a:t> vào bộ nhớ khi </a:t>
            </a:r>
            <a:r>
              <a:rPr lang="en-US" i="1" dirty="0">
                <a:solidFill>
                  <a:srgbClr val="0070C0"/>
                </a:solidFill>
              </a:rPr>
              <a:t>loading</a:t>
            </a:r>
            <a:r>
              <a:rPr lang="en-US" dirty="0"/>
              <a:t>/</a:t>
            </a:r>
            <a:r>
              <a:rPr lang="en-US" i="1" dirty="0">
                <a:solidFill>
                  <a:srgbClr val="0070C0"/>
                </a:solidFill>
              </a:rPr>
              <a:t>swapping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Bảo vệ những vùng nhớ riêng, chia sẻ những vùng nhớ chung.</a:t>
            </a:r>
          </a:p>
          <a:p>
            <a:pPr lvl="1"/>
            <a:r>
              <a:rPr lang="en-US" dirty="0"/>
              <a:t>Lưu ý: 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Kernel</a:t>
            </a:r>
            <a:r>
              <a:rPr lang="en-US" dirty="0"/>
              <a:t> của HĐH cũng chiếm một phần bộ nhớ.</a:t>
            </a:r>
          </a:p>
          <a:p>
            <a:pPr lvl="2"/>
            <a:r>
              <a:rPr lang="en-US" dirty="0"/>
              <a:t>Phần còn lai của bộ nhớ được phân phối cho các </a:t>
            </a:r>
            <a:r>
              <a:rPr lang="en-US" i="1" dirty="0"/>
              <a:t>process</a:t>
            </a:r>
            <a:r>
              <a:rPr lang="en-US" dirty="0"/>
              <a:t> sử dụng.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173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Chuyển đổi địa chỉ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726096"/>
            <a:ext cx="8534400" cy="4750904"/>
          </a:xfrm>
        </p:spPr>
        <p:txBody>
          <a:bodyPr>
            <a:normAutofit/>
          </a:bodyPr>
          <a:lstStyle/>
          <a:p>
            <a:r>
              <a:rPr lang="en-US" dirty="0"/>
              <a:t>Quá trình nạp chương trình vào bộ nhớ:</a:t>
            </a:r>
          </a:p>
          <a:p>
            <a:pPr lvl="1"/>
            <a:r>
              <a:rPr lang="en-US" dirty="0"/>
              <a:t>Bộ </a:t>
            </a:r>
            <a:r>
              <a:rPr lang="en-US" b="1" i="1" dirty="0"/>
              <a:t>Compiler</a:t>
            </a:r>
            <a:r>
              <a:rPr lang="en-US" dirty="0"/>
              <a:t>: biên dịch các dòng </a:t>
            </a:r>
            <a:r>
              <a:rPr lang="en-US" i="1" dirty="0"/>
              <a:t>code</a:t>
            </a:r>
            <a:r>
              <a:rPr lang="en-US" dirty="0"/>
              <a:t> thành các </a:t>
            </a:r>
            <a:r>
              <a:rPr lang="en-US" i="1" dirty="0">
                <a:solidFill>
                  <a:srgbClr val="0070C0"/>
                </a:solidFill>
              </a:rPr>
              <a:t>Module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Bộ </a:t>
            </a:r>
            <a:r>
              <a:rPr lang="en-US" b="1" i="1" dirty="0"/>
              <a:t>Linker</a:t>
            </a:r>
            <a:r>
              <a:rPr lang="en-US" dirty="0"/>
              <a:t>: kết hợp các </a:t>
            </a:r>
            <a:r>
              <a:rPr lang="en-US" i="1" dirty="0">
                <a:solidFill>
                  <a:srgbClr val="0070C0"/>
                </a:solidFill>
              </a:rPr>
              <a:t>Module</a:t>
            </a:r>
            <a:r>
              <a:rPr lang="en-US" dirty="0"/>
              <a:t> thành một “</a:t>
            </a:r>
            <a:r>
              <a:rPr lang="en-US" i="1" dirty="0">
                <a:solidFill>
                  <a:srgbClr val="0070C0"/>
                </a:solidFill>
              </a:rPr>
              <a:t>file nhị phân khả thi</a:t>
            </a:r>
            <a:r>
              <a:rPr lang="en-US" dirty="0"/>
              <a:t>”.</a:t>
            </a:r>
          </a:p>
          <a:p>
            <a:pPr lvl="1"/>
            <a:r>
              <a:rPr lang="en-US" dirty="0"/>
              <a:t>Bộ </a:t>
            </a:r>
            <a:r>
              <a:rPr lang="en-US" b="1" i="1" dirty="0"/>
              <a:t>Loader</a:t>
            </a:r>
            <a:r>
              <a:rPr lang="en-US" dirty="0"/>
              <a:t>: nạp các </a:t>
            </a:r>
            <a:r>
              <a:rPr lang="en-US" i="1" dirty="0">
                <a:solidFill>
                  <a:srgbClr val="0070C0"/>
                </a:solidFill>
              </a:rPr>
              <a:t>file nhị phân khả thi </a:t>
            </a:r>
            <a:r>
              <a:rPr lang="en-US" dirty="0"/>
              <a:t>vào </a:t>
            </a:r>
            <a:r>
              <a:rPr lang="en-US" i="1" dirty="0"/>
              <a:t>bộ nhớ vật lý</a:t>
            </a:r>
            <a:r>
              <a:rPr lang="en-US" dirty="0"/>
              <a:t> =&gt; </a:t>
            </a:r>
            <a:r>
              <a:rPr lang="en-US" i="1" dirty="0"/>
              <a:t>chương trình </a:t>
            </a:r>
            <a:r>
              <a:rPr lang="en-US" dirty="0"/>
              <a:t>trở thành </a:t>
            </a:r>
            <a:r>
              <a:rPr lang="en-US" i="1" dirty="0"/>
              <a:t>tiến trình </a:t>
            </a:r>
            <a:r>
              <a:rPr lang="en-US" dirty="0"/>
              <a:t>trong bộ nhớ.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962400"/>
            <a:ext cx="6348518" cy="2514599"/>
          </a:xfrm>
          <a:prstGeom prst="rect">
            <a:avLst/>
          </a:prstGeom>
        </p:spPr>
      </p:pic>
      <p:sp>
        <p:nvSpPr>
          <p:cNvPr id="6" name="Flowchart: Alternate Process 5"/>
          <p:cNvSpPr/>
          <p:nvPr/>
        </p:nvSpPr>
        <p:spPr>
          <a:xfrm>
            <a:off x="304800" y="838200"/>
            <a:ext cx="8534400" cy="838200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Chuyển đổi địa chỉ là quá trình </a:t>
            </a: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ánh xạ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từ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không gian địa chỉ này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sang </a:t>
            </a:r>
            <a:r>
              <a:rPr lang="en-US" sz="2200" i="1" dirty="0">
                <a:latin typeface="Cambria" panose="02040503050406030204" pitchFamily="18" charset="0"/>
                <a:ea typeface="Cambria" panose="02040503050406030204" pitchFamily="18" charset="0"/>
              </a:rPr>
              <a:t>không gian địa chỉ khác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1236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Chuyển đổi địa chỉ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Các không gian địa chỉ:</a:t>
            </a:r>
          </a:p>
          <a:p>
            <a:pPr lvl="1"/>
            <a:endParaRPr lang="en-US" b="1" i="1" dirty="0">
              <a:solidFill>
                <a:srgbClr val="0070C0"/>
              </a:solidFill>
            </a:endParaRPr>
          </a:p>
          <a:p>
            <a:pPr lvl="1"/>
            <a:endParaRPr lang="en-US" b="1" i="1" dirty="0">
              <a:solidFill>
                <a:srgbClr val="0070C0"/>
              </a:solidFill>
            </a:endParaRPr>
          </a:p>
          <a:p>
            <a:pPr lvl="1"/>
            <a:endParaRPr lang="en-US" b="1" i="1" dirty="0">
              <a:solidFill>
                <a:srgbClr val="0070C0"/>
              </a:solidFill>
            </a:endParaRPr>
          </a:p>
          <a:p>
            <a:pPr lvl="1"/>
            <a:endParaRPr lang="en-US" b="1" i="1" dirty="0">
              <a:solidFill>
                <a:srgbClr val="0070C0"/>
              </a:solidFill>
            </a:endParaRP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Symbolic address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i="1" dirty="0"/>
              <a:t>địa chỉ danh biểu</a:t>
            </a:r>
            <a:r>
              <a:rPr lang="en-US" dirty="0"/>
              <a:t>): </a:t>
            </a:r>
          </a:p>
          <a:p>
            <a:pPr lvl="2"/>
            <a:r>
              <a:rPr lang="en-US" dirty="0"/>
              <a:t>là địa chỉ của các </a:t>
            </a:r>
            <a:r>
              <a:rPr lang="en-US" i="1" dirty="0"/>
              <a:t>biến, hằng, pointer…</a:t>
            </a:r>
            <a:r>
              <a:rPr lang="en-US" dirty="0"/>
              <a:t>trong </a:t>
            </a:r>
            <a:r>
              <a:rPr lang="en-US" b="1" i="1" dirty="0"/>
              <a:t>source code </a:t>
            </a:r>
            <a:r>
              <a:rPr lang="en-US" dirty="0"/>
              <a:t>chương trình.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Relocatable address</a:t>
            </a:r>
            <a:r>
              <a:rPr lang="en-US" b="1" dirty="0"/>
              <a:t> </a:t>
            </a:r>
            <a:r>
              <a:rPr lang="en-US" dirty="0"/>
              <a:t>(địa chỉ tái định vị): </a:t>
            </a:r>
          </a:p>
          <a:p>
            <a:pPr lvl="2"/>
            <a:r>
              <a:rPr lang="en-US" dirty="0"/>
              <a:t>là địa chỉ các </a:t>
            </a:r>
            <a:r>
              <a:rPr lang="en-US" i="1" dirty="0"/>
              <a:t>mã lệnh </a:t>
            </a:r>
            <a:r>
              <a:rPr lang="en-US" dirty="0"/>
              <a:t>và</a:t>
            </a:r>
            <a:r>
              <a:rPr lang="en-US" i="1" dirty="0"/>
              <a:t> dữ liệu </a:t>
            </a:r>
            <a:r>
              <a:rPr lang="en-US" dirty="0"/>
              <a:t>của</a:t>
            </a:r>
            <a:r>
              <a:rPr lang="en-US" i="1" dirty="0"/>
              <a:t> source code </a:t>
            </a:r>
            <a:r>
              <a:rPr lang="en-US" dirty="0"/>
              <a:t>sau khi được CPU biên dịch (</a:t>
            </a:r>
            <a:r>
              <a:rPr lang="en-US" b="1" i="1" dirty="0"/>
              <a:t>compile</a:t>
            </a:r>
            <a:r>
              <a:rPr lang="en-US" dirty="0"/>
              <a:t>).</a:t>
            </a:r>
          </a:p>
          <a:p>
            <a:pPr lvl="1"/>
            <a:r>
              <a:rPr lang="en-US" b="1" i="1" dirty="0">
                <a:solidFill>
                  <a:srgbClr val="0070C0"/>
                </a:solidFill>
              </a:rPr>
              <a:t>Physical address</a:t>
            </a:r>
            <a:r>
              <a:rPr lang="en-US" b="1" dirty="0"/>
              <a:t> </a:t>
            </a:r>
            <a:r>
              <a:rPr lang="en-US" dirty="0"/>
              <a:t>(địa chỉ vật lý): </a:t>
            </a:r>
          </a:p>
          <a:p>
            <a:pPr lvl="2"/>
            <a:r>
              <a:rPr lang="en-US" dirty="0"/>
              <a:t>là địa chỉ các </a:t>
            </a:r>
            <a:r>
              <a:rPr lang="en-US" i="1" dirty="0"/>
              <a:t>Mã lệnh, Dữ liệu </a:t>
            </a:r>
            <a:r>
              <a:rPr lang="en-US" dirty="0"/>
              <a:t>của tiến trình sau khi được nạp (</a:t>
            </a:r>
            <a:r>
              <a:rPr lang="en-US" b="1" i="1" dirty="0"/>
              <a:t>load</a:t>
            </a:r>
            <a:r>
              <a:rPr lang="en-US" dirty="0"/>
              <a:t>) vào bộ nhớ.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605694695"/>
              </p:ext>
            </p:extLst>
          </p:nvPr>
        </p:nvGraphicFramePr>
        <p:xfrm>
          <a:off x="990600" y="1752600"/>
          <a:ext cx="7620000" cy="73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46533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Chuyển đổi địa chỉ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Các thời điểm chuyển đổi địa chỉ: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i="1" dirty="0"/>
              <a:t>Chuyển đổi tại thời điểm biên dịch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Compile time</a:t>
            </a:r>
            <a:r>
              <a:rPr lang="en-US" dirty="0"/>
              <a:t>):</a:t>
            </a:r>
          </a:p>
          <a:p>
            <a:pPr lvl="2"/>
            <a:r>
              <a:rPr lang="en-US" b="0" dirty="0"/>
              <a:t>N</a:t>
            </a:r>
            <a:r>
              <a:rPr lang="vi-VN" b="0" dirty="0"/>
              <a:t>ếu</a:t>
            </a:r>
            <a:r>
              <a:rPr lang="en-US" b="0" dirty="0"/>
              <a:t> </a:t>
            </a:r>
            <a:r>
              <a:rPr lang="en-US" dirty="0">
                <a:ea typeface="Cambria" panose="02040503050406030204" pitchFamily="18" charset="0"/>
              </a:rPr>
              <a:t>HĐH</a:t>
            </a:r>
            <a:r>
              <a:rPr lang="vi-VN" b="0" dirty="0"/>
              <a:t> </a:t>
            </a:r>
            <a:r>
              <a:rPr lang="vi-VN" b="1" dirty="0"/>
              <a:t>biết trước </a:t>
            </a:r>
            <a:r>
              <a:rPr lang="vi-VN" b="0" dirty="0"/>
              <a:t>địa chỉ </a:t>
            </a:r>
            <a:r>
              <a:rPr lang="en-US" b="0" dirty="0"/>
              <a:t>vật lý của vùng nhớ </a:t>
            </a:r>
            <a:r>
              <a:rPr lang="en-US" dirty="0"/>
              <a:t>cấp cho tiến </a:t>
            </a:r>
            <a:r>
              <a:rPr lang="vi-VN" b="0" dirty="0"/>
              <a:t>trình</a:t>
            </a:r>
            <a:r>
              <a:rPr lang="en-US" dirty="0"/>
              <a:t>.</a:t>
            </a:r>
          </a:p>
          <a:p>
            <a:pPr lvl="2"/>
            <a:endParaRPr lang="en-US" b="0" dirty="0"/>
          </a:p>
          <a:p>
            <a:pPr lvl="2"/>
            <a:endParaRPr lang="en-US" dirty="0"/>
          </a:p>
          <a:p>
            <a:pPr lvl="2"/>
            <a:endParaRPr lang="en-US" b="0" dirty="0"/>
          </a:p>
          <a:p>
            <a:pPr lvl="2"/>
            <a:endParaRPr lang="en-US" b="0" dirty="0"/>
          </a:p>
          <a:p>
            <a:pPr lvl="2"/>
            <a:r>
              <a:rPr lang="en-US" dirty="0"/>
              <a:t>C</a:t>
            </a:r>
            <a:r>
              <a:rPr lang="en-US" b="0" dirty="0"/>
              <a:t>huyển </a:t>
            </a:r>
            <a:r>
              <a:rPr lang="vi-VN" i="1" dirty="0">
                <a:solidFill>
                  <a:srgbClr val="002060"/>
                </a:solidFill>
                <a:ea typeface="Cambria" panose="02040503050406030204" pitchFamily="18" charset="0"/>
              </a:rPr>
              <a:t>địa chỉ </a:t>
            </a: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danh biểu </a:t>
            </a:r>
            <a:r>
              <a:rPr lang="en-US" b="0" dirty="0"/>
              <a:t>thành </a:t>
            </a:r>
            <a:r>
              <a:rPr lang="vi-VN" i="1" dirty="0">
                <a:solidFill>
                  <a:srgbClr val="002060"/>
                </a:solidFill>
                <a:ea typeface="Cambria" panose="02040503050406030204" pitchFamily="18" charset="0"/>
              </a:rPr>
              <a:t>địa chỉ vật lý</a:t>
            </a:r>
            <a:r>
              <a:rPr lang="en-US" i="1" dirty="0">
                <a:solidFill>
                  <a:srgbClr val="002060"/>
                </a:solidFill>
                <a:ea typeface="Cambria" panose="02040503050406030204" pitchFamily="18" charset="0"/>
              </a:rPr>
              <a:t> </a:t>
            </a:r>
            <a:r>
              <a:rPr lang="en-US" b="0" dirty="0"/>
              <a:t>ngay quá trình biên dịch.</a:t>
            </a:r>
          </a:p>
          <a:p>
            <a:pPr lvl="2"/>
            <a:r>
              <a:rPr lang="vi-VN" b="0" i="1" u="sng" dirty="0"/>
              <a:t>Khuyết điểm</a:t>
            </a:r>
            <a:r>
              <a:rPr lang="vi-VN" b="0" dirty="0"/>
              <a:t>: phải biên dịch lại nếu địa chỉ </a:t>
            </a:r>
            <a:r>
              <a:rPr lang="en-US" dirty="0"/>
              <a:t>cấp cho tiến </a:t>
            </a:r>
            <a:r>
              <a:rPr lang="vi-VN" dirty="0"/>
              <a:t>trình</a:t>
            </a:r>
            <a:r>
              <a:rPr lang="en-US" dirty="0"/>
              <a:t> </a:t>
            </a:r>
            <a:r>
              <a:rPr lang="vi-VN" dirty="0"/>
              <a:t>thay đổi</a:t>
            </a:r>
            <a:r>
              <a:rPr lang="en-US" dirty="0"/>
              <a:t>.</a:t>
            </a: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Flowchart: Alternate Process 6"/>
          <p:cNvSpPr/>
          <p:nvPr/>
        </p:nvSpPr>
        <p:spPr>
          <a:xfrm>
            <a:off x="762000" y="1447800"/>
            <a:ext cx="8077200" cy="1219200"/>
          </a:xfrm>
          <a:prstGeom prst="flowChartAlternateProcess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Tùy vào điều kiện thực thi, HĐH chuyển đổi không gian </a:t>
            </a:r>
            <a:r>
              <a:rPr lang="en-US" sz="22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</a:t>
            </a:r>
            <a:r>
              <a:rPr lang="vi-VN" sz="22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ịa chỉ lệnh</a:t>
            </a:r>
            <a:r>
              <a:rPr lang="en-US" sz="22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2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và dữ liệu</a:t>
            </a:r>
            <a:r>
              <a:rPr lang="vi-VN" sz="22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của chương trình </a:t>
            </a:r>
            <a:r>
              <a:rPr lang="vi-VN" sz="2200" dirty="0">
                <a:latin typeface="Cambria" panose="02040503050406030204" pitchFamily="18" charset="0"/>
                <a:ea typeface="Cambria" panose="02040503050406030204" pitchFamily="18" charset="0"/>
              </a:rPr>
              <a:t>thành </a:t>
            </a:r>
            <a:r>
              <a:rPr lang="vi-VN" sz="22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địa chỉ vật lý</a:t>
            </a:r>
            <a:r>
              <a:rPr lang="en-US" sz="2200" i="1" dirty="0">
                <a:solidFill>
                  <a:srgbClr val="00206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tại các thời điểm khác nhau.</a:t>
            </a:r>
            <a:endParaRPr lang="vi-VN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1543618" y="3962400"/>
            <a:ext cx="6513963" cy="916676"/>
            <a:chOff x="1447800" y="4569724"/>
            <a:chExt cx="6513963" cy="916676"/>
          </a:xfrm>
        </p:grpSpPr>
        <p:sp>
          <p:nvSpPr>
            <p:cNvPr id="8" name="Rectangle 7"/>
            <p:cNvSpPr/>
            <p:nvPr/>
          </p:nvSpPr>
          <p:spPr>
            <a:xfrm>
              <a:off x="1447800" y="4572000"/>
              <a:ext cx="1447800" cy="9144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Symbolic address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342797" y="4569724"/>
              <a:ext cx="1618966" cy="91667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Physical address</a:t>
              </a:r>
            </a:p>
          </p:txBody>
        </p:sp>
        <p:sp>
          <p:nvSpPr>
            <p:cNvPr id="10" name="Hexagon 9"/>
            <p:cNvSpPr/>
            <p:nvPr/>
          </p:nvSpPr>
          <p:spPr>
            <a:xfrm>
              <a:off x="3742899" y="4569725"/>
              <a:ext cx="1752600" cy="916675"/>
            </a:xfrm>
            <a:prstGeom prst="hexagon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Compiler</a:t>
              </a:r>
            </a:p>
          </p:txBody>
        </p:sp>
        <p:cxnSp>
          <p:nvCxnSpPr>
            <p:cNvPr id="12" name="Straight Arrow Connector 11"/>
            <p:cNvCxnSpPr>
              <a:stCxn id="8" idx="3"/>
              <a:endCxn id="10" idx="3"/>
            </p:cNvCxnSpPr>
            <p:nvPr/>
          </p:nvCxnSpPr>
          <p:spPr>
            <a:xfrm flipV="1">
              <a:off x="2895600" y="5028063"/>
              <a:ext cx="847299" cy="11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endCxn id="9" idx="1"/>
            </p:cNvCxnSpPr>
            <p:nvPr/>
          </p:nvCxnSpPr>
          <p:spPr>
            <a:xfrm flipV="1">
              <a:off x="5486400" y="5028062"/>
              <a:ext cx="856397" cy="682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7107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Chuyển đổi địa chỉ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Các thời điểm chuyển đổi địa chỉ:</a:t>
            </a:r>
          </a:p>
          <a:p>
            <a:pPr lvl="1"/>
            <a:r>
              <a:rPr lang="en-US" b="1" i="1" dirty="0"/>
              <a:t>Chuyển đổi tại thời điểm nạp </a:t>
            </a:r>
            <a:r>
              <a:rPr lang="en-US" dirty="0"/>
              <a:t>(</a:t>
            </a:r>
            <a:r>
              <a:rPr lang="vi-VN" i="1" dirty="0">
                <a:solidFill>
                  <a:srgbClr val="0070C0"/>
                </a:solidFill>
              </a:rPr>
              <a:t>Load time</a:t>
            </a:r>
            <a:r>
              <a:rPr lang="en-US" b="0" dirty="0"/>
              <a:t>)</a:t>
            </a:r>
            <a:r>
              <a:rPr lang="vi-VN" b="0" dirty="0"/>
              <a:t>: </a:t>
            </a:r>
            <a:endParaRPr lang="en-US" b="0" dirty="0"/>
          </a:p>
          <a:p>
            <a:pPr lvl="2"/>
            <a:r>
              <a:rPr lang="en-US" dirty="0"/>
              <a:t>N</a:t>
            </a:r>
            <a:r>
              <a:rPr lang="vi-VN" dirty="0"/>
              <a:t>ếu </a:t>
            </a:r>
            <a:r>
              <a:rPr lang="en-US" b="1" dirty="0"/>
              <a:t>không b</a:t>
            </a:r>
            <a:r>
              <a:rPr lang="vi-VN" b="1" dirty="0"/>
              <a:t>iết trước </a:t>
            </a:r>
            <a:r>
              <a:rPr lang="vi-VN" dirty="0"/>
              <a:t>địa chỉ </a:t>
            </a:r>
            <a:r>
              <a:rPr lang="en-US" dirty="0"/>
              <a:t>vật lý của vùng nhớ cấp cho tiến </a:t>
            </a:r>
            <a:r>
              <a:rPr lang="vi-VN" dirty="0"/>
              <a:t>trình 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Bộ biên dịch (</a:t>
            </a:r>
            <a:r>
              <a:rPr lang="en-US" b="0" i="1" dirty="0">
                <a:solidFill>
                  <a:srgbClr val="0070C0"/>
                </a:solidFill>
              </a:rPr>
              <a:t>compiler</a:t>
            </a:r>
            <a:r>
              <a:rPr lang="en-US" b="0" dirty="0"/>
              <a:t>) sinh </a:t>
            </a:r>
            <a:r>
              <a:rPr lang="en-US" i="1" dirty="0">
                <a:solidFill>
                  <a:srgbClr val="002060"/>
                </a:solidFill>
              </a:rPr>
              <a:t>địa chỉ</a:t>
            </a:r>
            <a:r>
              <a:rPr lang="en-US" b="0" i="1" dirty="0">
                <a:solidFill>
                  <a:srgbClr val="002060"/>
                </a:solidFill>
              </a:rPr>
              <a:t> tái định vị </a:t>
            </a:r>
            <a:r>
              <a:rPr lang="en-US" b="0" dirty="0"/>
              <a:t>(</a:t>
            </a:r>
            <a:r>
              <a:rPr lang="en-US" i="1" dirty="0"/>
              <a:t>Relocatable</a:t>
            </a:r>
            <a:r>
              <a:rPr lang="en-US" b="0" i="1" dirty="0"/>
              <a:t> </a:t>
            </a:r>
            <a:r>
              <a:rPr lang="en-US" b="0" i="1" dirty="0">
                <a:solidFill>
                  <a:srgbClr val="002060"/>
                </a:solidFill>
              </a:rPr>
              <a:t>address</a:t>
            </a:r>
            <a:r>
              <a:rPr lang="en-US" b="0" dirty="0"/>
              <a:t>).</a:t>
            </a:r>
          </a:p>
          <a:p>
            <a:pPr lvl="2"/>
            <a:r>
              <a:rPr lang="vi-VN" b="0" dirty="0"/>
              <a:t>Vào thời điểm </a:t>
            </a:r>
            <a:r>
              <a:rPr lang="en-US" b="0" dirty="0"/>
              <a:t>nạp, bộ </a:t>
            </a:r>
            <a:r>
              <a:rPr lang="vi-VN" b="1" i="1" dirty="0">
                <a:solidFill>
                  <a:srgbClr val="0070C0"/>
                </a:solidFill>
              </a:rPr>
              <a:t>loader</a:t>
            </a:r>
            <a:r>
              <a:rPr lang="vi-VN" b="0" dirty="0"/>
              <a:t> chuyển đổi </a:t>
            </a:r>
            <a:r>
              <a:rPr lang="en-US" dirty="0"/>
              <a:t>địa chỉ tái định vị thành </a:t>
            </a:r>
            <a:r>
              <a:rPr lang="en-US" i="1" dirty="0">
                <a:solidFill>
                  <a:srgbClr val="002060"/>
                </a:solidFill>
              </a:rPr>
              <a:t>địa chỉ vật lý </a:t>
            </a:r>
            <a:r>
              <a:rPr lang="en-US" b="0" dirty="0"/>
              <a:t>dựa trên một địa chỉ nền (</a:t>
            </a:r>
            <a:r>
              <a:rPr lang="en-US" b="0" i="1" dirty="0">
                <a:solidFill>
                  <a:srgbClr val="0070C0"/>
                </a:solidFill>
              </a:rPr>
              <a:t>base address</a:t>
            </a:r>
            <a:r>
              <a:rPr lang="en-US" b="0" dirty="0"/>
              <a:t>).</a:t>
            </a:r>
          </a:p>
          <a:p>
            <a:pPr lvl="2"/>
            <a:r>
              <a:rPr lang="vi-VN" i="1" u="sng" dirty="0"/>
              <a:t>Khuyết điểm</a:t>
            </a:r>
            <a:r>
              <a:rPr lang="vi-VN" dirty="0"/>
              <a:t>: </a:t>
            </a:r>
            <a:r>
              <a:rPr lang="en-US" b="0" dirty="0"/>
              <a:t>phải tiến hành </a:t>
            </a:r>
            <a:r>
              <a:rPr lang="en-US" b="0" i="1" dirty="0">
                <a:solidFill>
                  <a:srgbClr val="0070C0"/>
                </a:solidFill>
              </a:rPr>
              <a:t>reload</a:t>
            </a:r>
            <a:r>
              <a:rPr lang="en-US" b="0" dirty="0"/>
              <a:t> nếu địa chỉ nền thay đổi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150249" y="2595354"/>
            <a:ext cx="1128357" cy="914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Symbolic address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6076" y="2590802"/>
            <a:ext cx="1347574" cy="916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Relocatable address</a:t>
            </a:r>
          </a:p>
        </p:txBody>
      </p:sp>
      <p:sp>
        <p:nvSpPr>
          <p:cNvPr id="9" name="Hexagon 8"/>
          <p:cNvSpPr/>
          <p:nvPr/>
        </p:nvSpPr>
        <p:spPr>
          <a:xfrm>
            <a:off x="2683632" y="2593076"/>
            <a:ext cx="1057417" cy="916675"/>
          </a:xfrm>
          <a:prstGeom prst="hex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Compi-ler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cxnSp>
        <p:nvCxnSpPr>
          <p:cNvPr id="10" name="Straight Arrow Connector 9"/>
          <p:cNvCxnSpPr>
            <a:stCxn id="6" idx="3"/>
            <a:endCxn id="9" idx="3"/>
          </p:cNvCxnSpPr>
          <p:nvPr/>
        </p:nvCxnSpPr>
        <p:spPr>
          <a:xfrm flipV="1">
            <a:off x="2278606" y="3051414"/>
            <a:ext cx="405026" cy="11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0"/>
            <a:endCxn id="8" idx="1"/>
          </p:cNvCxnSpPr>
          <p:nvPr/>
        </p:nvCxnSpPr>
        <p:spPr>
          <a:xfrm flipV="1">
            <a:off x="3741049" y="3049140"/>
            <a:ext cx="405027" cy="227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543800" y="2590800"/>
            <a:ext cx="1199866" cy="9166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Physical address</a:t>
            </a:r>
          </a:p>
        </p:txBody>
      </p:sp>
      <p:sp>
        <p:nvSpPr>
          <p:cNvPr id="25" name="Hexagon 24"/>
          <p:cNvSpPr/>
          <p:nvPr/>
        </p:nvSpPr>
        <p:spPr>
          <a:xfrm>
            <a:off x="5893982" y="2590801"/>
            <a:ext cx="1185080" cy="916675"/>
          </a:xfrm>
          <a:prstGeom prst="hexago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Loader</a:t>
            </a:r>
          </a:p>
        </p:txBody>
      </p:sp>
      <p:cxnSp>
        <p:nvCxnSpPr>
          <p:cNvPr id="26" name="Straight Arrow Connector 25"/>
          <p:cNvCxnSpPr>
            <a:stCxn id="8" idx="3"/>
            <a:endCxn id="25" idx="3"/>
          </p:cNvCxnSpPr>
          <p:nvPr/>
        </p:nvCxnSpPr>
        <p:spPr>
          <a:xfrm flipV="1">
            <a:off x="5493650" y="3049139"/>
            <a:ext cx="400332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25" idx="0"/>
            <a:endCxn id="24" idx="1"/>
          </p:cNvCxnSpPr>
          <p:nvPr/>
        </p:nvCxnSpPr>
        <p:spPr>
          <a:xfrm flipV="1">
            <a:off x="7079062" y="3049138"/>
            <a:ext cx="464738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9917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Chuyển đổi địa chỉ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Các thời điểm chuyển đổi địa chỉ:</a:t>
            </a:r>
          </a:p>
          <a:p>
            <a:pPr lvl="1"/>
            <a:r>
              <a:rPr lang="en-US" b="1" i="1" dirty="0"/>
              <a:t>Chuyển đổi tại thời</a:t>
            </a:r>
            <a:r>
              <a:rPr lang="en-US" dirty="0"/>
              <a:t> </a:t>
            </a:r>
            <a:r>
              <a:rPr lang="en-US" b="1" i="1" dirty="0"/>
              <a:t>điểm thực thi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Execution time</a:t>
            </a:r>
            <a:r>
              <a:rPr lang="en-US" dirty="0"/>
              <a:t>):</a:t>
            </a:r>
          </a:p>
          <a:p>
            <a:pPr lvl="2"/>
            <a:r>
              <a:rPr lang="en-US" b="0" dirty="0"/>
              <a:t>Nếu trong quá trình thực </a:t>
            </a:r>
            <a:r>
              <a:rPr lang="vi-VN" b="0" dirty="0"/>
              <a:t>thi, </a:t>
            </a:r>
            <a:r>
              <a:rPr lang="en-US" b="0" dirty="0"/>
              <a:t>HĐH có </a:t>
            </a:r>
            <a:r>
              <a:rPr lang="vi-VN" b="0" dirty="0"/>
              <a:t>di chuyển</a:t>
            </a:r>
            <a:r>
              <a:rPr lang="en-US" b="0" dirty="0"/>
              <a:t> </a:t>
            </a:r>
            <a:r>
              <a:rPr lang="vi-VN" i="1" dirty="0"/>
              <a:t>process</a:t>
            </a:r>
            <a:r>
              <a:rPr lang="en-US" i="1" dirty="0"/>
              <a:t> </a:t>
            </a:r>
            <a:r>
              <a:rPr lang="en-US" b="0" dirty="0"/>
              <a:t>từ vùng nhớ này sang vùng nhớ khác:</a:t>
            </a:r>
          </a:p>
          <a:p>
            <a:pPr lvl="2"/>
            <a:r>
              <a:rPr lang="en-US" b="0" dirty="0"/>
              <a:t>=&gt; chuyển đổi từ </a:t>
            </a:r>
            <a:r>
              <a:rPr lang="en-US" i="1" dirty="0">
                <a:solidFill>
                  <a:srgbClr val="002060"/>
                </a:solidFill>
              </a:rPr>
              <a:t>địa chỉ luận lý </a:t>
            </a:r>
            <a:r>
              <a:rPr lang="en-US" b="0" dirty="0"/>
              <a:t>sang </a:t>
            </a:r>
            <a:r>
              <a:rPr lang="en-US" i="1" dirty="0">
                <a:solidFill>
                  <a:srgbClr val="002060"/>
                </a:solidFill>
              </a:rPr>
              <a:t>địa chỉ vật lý </a:t>
            </a:r>
            <a:r>
              <a:rPr lang="vi-VN" b="0" dirty="0"/>
              <a:t>được </a:t>
            </a:r>
            <a:r>
              <a:rPr lang="en-US" b="0" dirty="0"/>
              <a:t>thực hiện  ngay trong lúc</a:t>
            </a:r>
            <a:r>
              <a:rPr lang="vi-VN" b="0" dirty="0"/>
              <a:t> thực</a:t>
            </a:r>
            <a:r>
              <a:rPr lang="en-US" b="0" dirty="0"/>
              <a:t> thi.</a:t>
            </a:r>
          </a:p>
          <a:p>
            <a:pPr lvl="2"/>
            <a:r>
              <a:rPr lang="en-US" i="1" u="sng" dirty="0"/>
              <a:t>Ưu điểm</a:t>
            </a:r>
            <a:r>
              <a:rPr lang="en-US" dirty="0"/>
              <a:t>: linh động trong quản lý bộ nhớ; sử dụng bộ nhớ hiệu quả;…</a:t>
            </a:r>
            <a:endParaRPr lang="en-US" b="0" dirty="0"/>
          </a:p>
          <a:p>
            <a:pPr lvl="1"/>
            <a:r>
              <a:rPr lang="en-US" b="0" dirty="0"/>
              <a:t>Mộ số phương pháp chuyển đổi địa chỉ tại </a:t>
            </a:r>
            <a:r>
              <a:rPr lang="en-US" i="1" dirty="0">
                <a:solidFill>
                  <a:srgbClr val="0070C0"/>
                </a:solidFill>
              </a:rPr>
              <a:t>Execution time</a:t>
            </a:r>
            <a:r>
              <a:rPr lang="en-US" dirty="0"/>
              <a:t>:</a:t>
            </a:r>
          </a:p>
          <a:p>
            <a:pPr lvl="2"/>
            <a:r>
              <a:rPr lang="en-US" b="0" dirty="0"/>
              <a:t>Phương pháp </a:t>
            </a:r>
            <a:r>
              <a:rPr lang="en-US" dirty="0"/>
              <a:t>dùng </a:t>
            </a:r>
            <a:r>
              <a:rPr lang="en-US" b="0" dirty="0"/>
              <a:t>thanh ghi </a:t>
            </a:r>
            <a:r>
              <a:rPr lang="en-US" b="0" i="1" dirty="0">
                <a:solidFill>
                  <a:srgbClr val="0070C0"/>
                </a:solidFill>
              </a:rPr>
              <a:t>Base</a:t>
            </a:r>
            <a:r>
              <a:rPr lang="en-US" b="0" dirty="0"/>
              <a:t> và </a:t>
            </a:r>
            <a:r>
              <a:rPr lang="en-US" i="1" dirty="0">
                <a:solidFill>
                  <a:srgbClr val="0070C0"/>
                </a:solidFill>
              </a:rPr>
              <a:t>Limit</a:t>
            </a:r>
            <a:r>
              <a:rPr lang="en-US" dirty="0"/>
              <a:t> (</a:t>
            </a:r>
            <a:r>
              <a:rPr lang="en-US" i="1" dirty="0"/>
              <a:t>các HĐH sơ khai sử dụn</a:t>
            </a:r>
            <a:r>
              <a:rPr lang="en-US" dirty="0"/>
              <a:t>g)</a:t>
            </a:r>
            <a:endParaRPr lang="en-US" b="0" dirty="0"/>
          </a:p>
          <a:p>
            <a:pPr lvl="2"/>
            <a:r>
              <a:rPr lang="en-US" dirty="0"/>
              <a:t>Phương pháp dùng </a:t>
            </a:r>
            <a:r>
              <a:rPr lang="vi-VN" b="0" i="1" dirty="0">
                <a:solidFill>
                  <a:srgbClr val="0070C0"/>
                </a:solidFill>
              </a:rPr>
              <a:t>Paging</a:t>
            </a:r>
            <a:r>
              <a:rPr lang="vi-VN" b="0" dirty="0"/>
              <a:t> (</a:t>
            </a:r>
            <a:r>
              <a:rPr lang="en-US" b="0" dirty="0"/>
              <a:t>kỹ thuật </a:t>
            </a:r>
            <a:r>
              <a:rPr lang="en-US" b="0" i="1" dirty="0"/>
              <a:t>phân trang </a:t>
            </a:r>
            <a:r>
              <a:rPr lang="en-US" b="0" dirty="0"/>
              <a:t>- </a:t>
            </a:r>
            <a:r>
              <a:rPr lang="en-US" i="1" dirty="0"/>
              <a:t>trình bày ở phần sau</a:t>
            </a:r>
            <a:r>
              <a:rPr lang="vi-VN" b="0" dirty="0"/>
              <a:t>)</a:t>
            </a:r>
          </a:p>
          <a:p>
            <a:pPr lvl="2"/>
            <a:r>
              <a:rPr lang="en-US" dirty="0"/>
              <a:t>Phương pháp dùng </a:t>
            </a:r>
            <a:r>
              <a:rPr lang="vi-VN" i="1" dirty="0">
                <a:solidFill>
                  <a:srgbClr val="0070C0"/>
                </a:solidFill>
              </a:rPr>
              <a:t>Segmentation</a:t>
            </a:r>
            <a:r>
              <a:rPr lang="vi-VN" b="0" dirty="0"/>
              <a:t> (</a:t>
            </a:r>
            <a:r>
              <a:rPr lang="en-US" dirty="0"/>
              <a:t>kỹ thuật </a:t>
            </a:r>
            <a:r>
              <a:rPr lang="en-US" i="1" dirty="0"/>
              <a:t>phân đoạn </a:t>
            </a:r>
            <a:r>
              <a:rPr lang="en-US" dirty="0"/>
              <a:t>- </a:t>
            </a:r>
            <a:r>
              <a:rPr lang="en-US" i="1" dirty="0"/>
              <a:t>trình bày ở phần sau</a:t>
            </a:r>
            <a:r>
              <a:rPr lang="vi-VN" b="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192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374710"/>
            <a:ext cx="7467600" cy="4102290"/>
          </a:xfrm>
        </p:spPr>
        <p:txBody>
          <a:bodyPr/>
          <a:lstStyle/>
          <a:p>
            <a:r>
              <a:rPr lang="en-US" dirty="0"/>
              <a:t>Static linking (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tĩnh</a:t>
            </a:r>
            <a:r>
              <a:rPr lang="en-US" dirty="0"/>
              <a:t>)</a:t>
            </a:r>
          </a:p>
          <a:p>
            <a:r>
              <a:rPr lang="en-US" dirty="0"/>
              <a:t>Dynamic linking.</a:t>
            </a:r>
          </a:p>
          <a:p>
            <a:r>
              <a:rPr lang="en-US" dirty="0"/>
              <a:t>Dynamic loading.</a:t>
            </a:r>
          </a:p>
          <a:p>
            <a:r>
              <a:rPr lang="en-US" dirty="0"/>
              <a:t>Overlay.</a:t>
            </a:r>
          </a:p>
          <a:p>
            <a:r>
              <a:rPr lang="en-US" dirty="0"/>
              <a:t>Swapping.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lowchart: Alternate Process 4"/>
          <p:cNvSpPr/>
          <p:nvPr/>
        </p:nvSpPr>
        <p:spPr>
          <a:xfrm>
            <a:off x="304800" y="838200"/>
            <a:ext cx="8534400" cy="1486814"/>
          </a:xfrm>
          <a:prstGeom prst="flowChartAlternateProcess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Những kỹ thuật sau đây nhằm mục đích giảm thiểu không gian bộ nhớ sử dụng cho tiến trình. =&gt; tăng không gian bộ nhớ khả dụng trong quá trình hoạt động của Hệ điều hành </a:t>
            </a:r>
          </a:p>
        </p:txBody>
      </p:sp>
    </p:spTree>
    <p:extLst>
      <p:ext uri="{BB962C8B-B14F-4D97-AF65-F5344CB8AC3E}">
        <p14:creationId xmlns:p14="http://schemas.microsoft.com/office/powerpoint/2010/main" val="3289331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linking (liên kết tĩnh):</a:t>
            </a:r>
          </a:p>
          <a:p>
            <a:pPr lvl="1"/>
            <a:r>
              <a:rPr lang="en-US" b="1" dirty="0"/>
              <a:t>Cơ chế:</a:t>
            </a:r>
          </a:p>
          <a:p>
            <a:pPr lvl="2"/>
            <a:r>
              <a:rPr lang="en-US" dirty="0"/>
              <a:t>Các hàm, thủ tục… viết trong chương trình, khi biên dịch sẽ thành các </a:t>
            </a:r>
            <a:r>
              <a:rPr lang="en-US" i="1" dirty="0"/>
              <a:t>module</a:t>
            </a:r>
            <a:r>
              <a:rPr lang="en-US" dirty="0"/>
              <a:t> cục bộ (</a:t>
            </a:r>
            <a:r>
              <a:rPr lang="en-US" i="1" dirty="0">
                <a:solidFill>
                  <a:srgbClr val="0070C0"/>
                </a:solidFill>
              </a:rPr>
              <a:t>internal module</a:t>
            </a:r>
            <a:r>
              <a:rPr lang="en-US" dirty="0"/>
              <a:t>).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Static linking </a:t>
            </a:r>
            <a:r>
              <a:rPr lang="en-US" dirty="0"/>
              <a:t>là liên kết giữa </a:t>
            </a:r>
            <a:r>
              <a:rPr lang="en-US" b="1" i="1" dirty="0"/>
              <a:t>chương trình chính </a:t>
            </a:r>
            <a:r>
              <a:rPr lang="en-US" dirty="0"/>
              <a:t>với các </a:t>
            </a:r>
            <a:r>
              <a:rPr lang="en-US" b="1" i="1" dirty="0"/>
              <a:t>Internal module </a:t>
            </a:r>
            <a:r>
              <a:rPr lang="en-US" dirty="0"/>
              <a:t>để chúng được nạp vào bộ nhớ khi chương trình chính được gọi thực thi.</a:t>
            </a:r>
          </a:p>
          <a:p>
            <a:pPr lvl="1"/>
            <a:r>
              <a:rPr lang="en-US" b="1" dirty="0"/>
              <a:t>Nhược điểm:</a:t>
            </a:r>
          </a:p>
          <a:p>
            <a:pPr lvl="2"/>
            <a:r>
              <a:rPr lang="en-US" dirty="0"/>
              <a:t>Nếu có nhiều chương trình sử dung các </a:t>
            </a:r>
            <a:r>
              <a:rPr lang="en-US" i="1" dirty="0">
                <a:solidFill>
                  <a:srgbClr val="0070C0"/>
                </a:solidFill>
              </a:rPr>
              <a:t>internal modules </a:t>
            </a:r>
            <a:r>
              <a:rPr lang="en-US" dirty="0"/>
              <a:t>tương tự =&gt; sẽ có nhiều </a:t>
            </a:r>
            <a:r>
              <a:rPr lang="en-US" i="1" dirty="0">
                <a:solidFill>
                  <a:srgbClr val="0070C0"/>
                </a:solidFill>
              </a:rPr>
              <a:t>internal modules </a:t>
            </a:r>
            <a:r>
              <a:rPr lang="en-US" dirty="0"/>
              <a:t>giống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nhau cùng nạp vào bộ nhớ.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Static linking </a:t>
            </a:r>
            <a:r>
              <a:rPr lang="en-US" dirty="0"/>
              <a:t>chiếm nhiều bộ nhớ.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0" y="5053013"/>
            <a:ext cx="5270320" cy="142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0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linking (liên kết động):</a:t>
            </a:r>
          </a:p>
          <a:p>
            <a:pPr lvl="1"/>
            <a:r>
              <a:rPr lang="en-US" b="1" dirty="0"/>
              <a:t>Cơ chế: </a:t>
            </a:r>
          </a:p>
          <a:p>
            <a:pPr lvl="2"/>
            <a:r>
              <a:rPr lang="en-US" dirty="0"/>
              <a:t>Các hàm, thủ tục… thường dùng sẽ được Hệ điều hành </a:t>
            </a:r>
            <a:r>
              <a:rPr lang="en-US" i="1" dirty="0"/>
              <a:t>code</a:t>
            </a:r>
            <a:r>
              <a:rPr lang="en-US" dirty="0"/>
              <a:t> và biên dịch sẵn thành các </a:t>
            </a:r>
            <a:r>
              <a:rPr lang="en-US" i="1" dirty="0"/>
              <a:t>module ngoài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external module</a:t>
            </a:r>
            <a:r>
              <a:rPr lang="en-US" dirty="0"/>
              <a:t>).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Dynamic linking library</a:t>
            </a:r>
            <a:r>
              <a:rPr lang="en-US" dirty="0"/>
              <a:t> – </a:t>
            </a:r>
            <a:r>
              <a:rPr lang="en-US" b="1" i="1" dirty="0">
                <a:solidFill>
                  <a:srgbClr val="0070C0"/>
                </a:solidFill>
              </a:rPr>
              <a:t>DLL</a:t>
            </a:r>
            <a:r>
              <a:rPr lang="en-US" dirty="0"/>
              <a:t>: bộ thư viện các </a:t>
            </a:r>
            <a:r>
              <a:rPr lang="en-US" i="1" dirty="0">
                <a:solidFill>
                  <a:srgbClr val="0070C0"/>
                </a:solidFill>
              </a:rPr>
              <a:t>external module</a:t>
            </a:r>
            <a:r>
              <a:rPr lang="en-US" dirty="0"/>
              <a:t>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Dynamic linking </a:t>
            </a:r>
            <a:r>
              <a:rPr lang="en-US" dirty="0"/>
              <a:t>là liên kết giữa </a:t>
            </a:r>
            <a:r>
              <a:rPr lang="en-US" b="1" i="1" dirty="0"/>
              <a:t>chương trình chính </a:t>
            </a:r>
            <a:r>
              <a:rPr lang="en-US" dirty="0"/>
              <a:t>với các </a:t>
            </a:r>
            <a:r>
              <a:rPr lang="en-US" b="1" i="1" dirty="0"/>
              <a:t>External module </a:t>
            </a:r>
            <a:r>
              <a:rPr lang="en-US" dirty="0"/>
              <a:t>và được gọi khi chương trình chính cần dùng.</a:t>
            </a:r>
          </a:p>
          <a:p>
            <a:pPr lvl="1"/>
            <a:r>
              <a:rPr lang="en-US" b="1" dirty="0"/>
              <a:t>Ưu điểm:</a:t>
            </a:r>
          </a:p>
          <a:p>
            <a:pPr lvl="2"/>
            <a:r>
              <a:rPr lang="en-US" dirty="0"/>
              <a:t>Nhiều chương trình sử dụng chung các </a:t>
            </a:r>
            <a:r>
              <a:rPr lang="en-US" i="1" dirty="0">
                <a:solidFill>
                  <a:srgbClr val="0070C0"/>
                </a:solidFill>
              </a:rPr>
              <a:t>external module </a:t>
            </a:r>
            <a:r>
              <a:rPr lang="en-US" dirty="0"/>
              <a:t>=&gt; không gian bộ nhớ được tối ưu (tiết kiệm không gian bộ nhớ).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724399"/>
            <a:ext cx="4572000" cy="173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700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loading (nạp động)</a:t>
            </a:r>
          </a:p>
          <a:p>
            <a:pPr lvl="1"/>
            <a:r>
              <a:rPr lang="en-US" b="1" i="1" u="sng" dirty="0"/>
              <a:t>Cơ chế</a:t>
            </a:r>
            <a:r>
              <a:rPr lang="en-US" b="1" dirty="0"/>
              <a:t>: </a:t>
            </a:r>
            <a:r>
              <a:rPr lang="en-US" sz="2000" dirty="0"/>
              <a:t>Các </a:t>
            </a:r>
            <a:r>
              <a:rPr lang="en-US" sz="2000" i="1" dirty="0"/>
              <a:t>module</a:t>
            </a:r>
            <a:r>
              <a:rPr lang="en-US" sz="2000" dirty="0"/>
              <a:t> (hàm, thủ tục..) chỉ được nạp vào bộ nhớ chính khi nào </a:t>
            </a:r>
            <a:r>
              <a:rPr lang="en-US" sz="2000" i="1" dirty="0"/>
              <a:t>process</a:t>
            </a:r>
            <a:r>
              <a:rPr lang="en-US" sz="2000" dirty="0"/>
              <a:t> chính gọi đến.</a:t>
            </a:r>
          </a:p>
          <a:p>
            <a:pPr lvl="1"/>
            <a:r>
              <a:rPr lang="en-US" b="1" dirty="0"/>
              <a:t>Nhận xét:</a:t>
            </a:r>
          </a:p>
          <a:p>
            <a:pPr lvl="2"/>
            <a:r>
              <a:rPr lang="en-US" dirty="0"/>
              <a:t>Các module không gọi sẽ không chiếm bộ nhớ =&gt; tăng độ hiệu dụng của bộ nhớ.</a:t>
            </a:r>
          </a:p>
          <a:p>
            <a:pPr lvl="2"/>
            <a:r>
              <a:rPr lang="en-US" dirty="0"/>
              <a:t>Hiệu quả đối với những module có tần suất sử dụng thấp.</a:t>
            </a:r>
          </a:p>
          <a:p>
            <a:pPr lvl="2"/>
            <a:r>
              <a:rPr lang="en-US" i="1" dirty="0"/>
              <a:t>Dynamic loading </a:t>
            </a:r>
            <a:r>
              <a:rPr lang="en-US" dirty="0"/>
              <a:t>là do </a:t>
            </a:r>
            <a:r>
              <a:rPr lang="en-US" i="1" dirty="0"/>
              <a:t>process</a:t>
            </a:r>
            <a:r>
              <a:rPr lang="en-US" dirty="0"/>
              <a:t> tự điều </a:t>
            </a:r>
            <a:r>
              <a:rPr lang="en-US" dirty="0" err="1"/>
              <a:t>khiển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41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Overlay (phủ lắp)</a:t>
            </a:r>
          </a:p>
          <a:p>
            <a:pPr lvl="1"/>
            <a:r>
              <a:rPr lang="en-US" b="1" i="1" u="sng" dirty="0"/>
              <a:t>Cơ chế</a:t>
            </a:r>
            <a:r>
              <a:rPr lang="en-US" b="1" dirty="0"/>
              <a:t>: </a:t>
            </a:r>
            <a:r>
              <a:rPr lang="en-US" dirty="0"/>
              <a:t>chỉ giữ lại trong bộ nhớ những lệnh / dữ liệu cần dùng =&gt; giải phóng các dữ liệu chưa dùng đến.</a:t>
            </a:r>
          </a:p>
          <a:p>
            <a:pPr lvl="1"/>
            <a:r>
              <a:rPr lang="en-US" dirty="0"/>
              <a:t>Nhận xét:</a:t>
            </a:r>
          </a:p>
          <a:p>
            <a:pPr lvl="2"/>
            <a:r>
              <a:rPr lang="en-US" dirty="0"/>
              <a:t>Hữu dụng khi kích thước </a:t>
            </a:r>
            <a:r>
              <a:rPr lang="en-US" i="1" dirty="0"/>
              <a:t>process</a:t>
            </a:r>
            <a:r>
              <a:rPr lang="en-US" dirty="0"/>
              <a:t> lớn hơn vùng nhớ được cấp.</a:t>
            </a:r>
          </a:p>
          <a:p>
            <a:pPr lvl="2"/>
            <a:r>
              <a:rPr lang="en-US" i="1" dirty="0"/>
              <a:t>Overlay </a:t>
            </a:r>
            <a:r>
              <a:rPr lang="en-US" dirty="0"/>
              <a:t>là do </a:t>
            </a:r>
            <a:r>
              <a:rPr lang="en-US" i="1" dirty="0"/>
              <a:t>process</a:t>
            </a:r>
            <a:r>
              <a:rPr lang="en-US" dirty="0"/>
              <a:t> tự điều khiển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32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Swapping (hoán vị / hoán chuyển):</a:t>
            </a:r>
          </a:p>
          <a:p>
            <a:pPr lvl="1"/>
            <a:r>
              <a:rPr lang="vi-VN" dirty="0"/>
              <a:t>Cơ chế hoán vị (</a:t>
            </a:r>
            <a:r>
              <a:rPr lang="vi-VN" i="1" dirty="0"/>
              <a:t>swapping</a:t>
            </a:r>
            <a:r>
              <a:rPr lang="vi-VN" dirty="0"/>
              <a:t>)</a:t>
            </a:r>
            <a:r>
              <a:rPr lang="en-US" dirty="0"/>
              <a:t>: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Swap</a:t>
            </a:r>
            <a:r>
              <a:rPr lang="en-US" b="1" dirty="0">
                <a:solidFill>
                  <a:srgbClr val="0070C0"/>
                </a:solidFill>
              </a:rPr>
              <a:t> out</a:t>
            </a:r>
            <a:r>
              <a:rPr lang="en-US" dirty="0"/>
              <a:t>: </a:t>
            </a:r>
            <a:r>
              <a:rPr lang="en-US" i="1" dirty="0"/>
              <a:t>process</a:t>
            </a:r>
            <a:r>
              <a:rPr lang="en-US" dirty="0"/>
              <a:t> bị HĐH đưa ra khỏi bộ nhớ -&gt; ghi vào thiết bị lưu trữ phụ (thường là </a:t>
            </a:r>
            <a:r>
              <a:rPr lang="en-US" i="1" dirty="0"/>
              <a:t>hard disk</a:t>
            </a:r>
            <a:r>
              <a:rPr lang="en-US" dirty="0"/>
              <a:t>).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Swap</a:t>
            </a:r>
            <a:r>
              <a:rPr lang="en-US" b="1" dirty="0">
                <a:solidFill>
                  <a:srgbClr val="0070C0"/>
                </a:solidFill>
              </a:rPr>
              <a:t> in</a:t>
            </a:r>
            <a:r>
              <a:rPr lang="en-US" dirty="0"/>
              <a:t>: </a:t>
            </a:r>
            <a:r>
              <a:rPr lang="en-US" i="1" dirty="0"/>
              <a:t>process</a:t>
            </a:r>
            <a:r>
              <a:rPr lang="en-US" dirty="0"/>
              <a:t> được nạp lại vào bộ nhớ từ thiết bị lưu trữ phụ.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971800"/>
            <a:ext cx="4572000" cy="3369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727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Các kỹ thuật tối ưu sử dụng bộ nhớ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Swapping (hoán vị / hoán chuyển):</a:t>
            </a:r>
          </a:p>
          <a:p>
            <a:pPr lvl="1"/>
            <a:r>
              <a:rPr lang="en-US" b="1" i="1" dirty="0"/>
              <a:t>Swapping policy</a:t>
            </a:r>
            <a:r>
              <a:rPr lang="en-US" dirty="0"/>
              <a:t> (chính sách / giải thuật định thời):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Round-robin</a:t>
            </a:r>
            <a:r>
              <a:rPr lang="en-US" b="0" dirty="0"/>
              <a:t>: luân phiên </a:t>
            </a:r>
            <a:r>
              <a:rPr lang="en-US" b="0" i="1" dirty="0">
                <a:solidFill>
                  <a:srgbClr val="0070C0"/>
                </a:solidFill>
              </a:rPr>
              <a:t>swap out </a:t>
            </a:r>
            <a:r>
              <a:rPr lang="en-US" b="0" dirty="0"/>
              <a:t>các tiến trình thao </a:t>
            </a:r>
            <a:r>
              <a:rPr lang="en-US" b="0" i="1" dirty="0">
                <a:solidFill>
                  <a:srgbClr val="0070C0"/>
                </a:solidFill>
              </a:rPr>
              <a:t>quantum time</a:t>
            </a:r>
            <a:r>
              <a:rPr lang="en-US" b="0" dirty="0"/>
              <a:t>. (P1 </a:t>
            </a:r>
            <a:r>
              <a:rPr lang="en-US" i="1" dirty="0">
                <a:solidFill>
                  <a:srgbClr val="0070C0"/>
                </a:solidFill>
              </a:rPr>
              <a:t>swap out </a:t>
            </a:r>
            <a:r>
              <a:rPr lang="en-US" dirty="0"/>
              <a:t>-&gt; P2 </a:t>
            </a:r>
            <a:r>
              <a:rPr lang="en-US" i="1" dirty="0">
                <a:solidFill>
                  <a:srgbClr val="0070C0"/>
                </a:solidFill>
              </a:rPr>
              <a:t>swap in</a:t>
            </a:r>
            <a:r>
              <a:rPr lang="en-US" dirty="0"/>
              <a:t> -&gt; P2 </a:t>
            </a:r>
            <a:r>
              <a:rPr lang="en-US" i="1" dirty="0">
                <a:solidFill>
                  <a:srgbClr val="0070C0"/>
                </a:solidFill>
              </a:rPr>
              <a:t>out </a:t>
            </a:r>
            <a:r>
              <a:rPr lang="en-US" dirty="0"/>
              <a:t>-&gt; P3 </a:t>
            </a:r>
            <a:r>
              <a:rPr lang="en-US" i="1" dirty="0">
                <a:solidFill>
                  <a:srgbClr val="0070C0"/>
                </a:solidFill>
              </a:rPr>
              <a:t>in </a:t>
            </a:r>
            <a:r>
              <a:rPr lang="en-US" dirty="0"/>
              <a:t>… -&gt; P1 </a:t>
            </a:r>
            <a:r>
              <a:rPr lang="en-US" i="1" dirty="0">
                <a:solidFill>
                  <a:srgbClr val="0070C0"/>
                </a:solidFill>
              </a:rPr>
              <a:t>in</a:t>
            </a:r>
            <a:r>
              <a:rPr lang="en-US" dirty="0"/>
              <a:t>)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Priority-based scheduling</a:t>
            </a:r>
            <a:r>
              <a:rPr lang="en-US" dirty="0"/>
              <a:t>: đưa những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vi-VN" dirty="0"/>
              <a:t>có độ ưu tiên thấp hơn </a:t>
            </a:r>
            <a:r>
              <a:rPr lang="en-US" dirty="0"/>
              <a:t>lên trên để </a:t>
            </a:r>
            <a:r>
              <a:rPr lang="en-US" i="1" dirty="0">
                <a:solidFill>
                  <a:srgbClr val="0070C0"/>
                </a:solidFill>
              </a:rPr>
              <a:t>swap out </a:t>
            </a:r>
            <a:r>
              <a:rPr lang="en-US" dirty="0"/>
              <a:t> trước (gọi là </a:t>
            </a:r>
            <a:r>
              <a:rPr lang="en-US" i="1" dirty="0">
                <a:solidFill>
                  <a:srgbClr val="0070C0"/>
                </a:solidFill>
              </a:rPr>
              <a:t>Roll out, roll in</a:t>
            </a:r>
            <a:r>
              <a:rPr lang="en-US" b="0" dirty="0"/>
              <a:t>)</a:t>
            </a:r>
          </a:p>
          <a:p>
            <a:pPr lvl="1"/>
            <a:r>
              <a:rPr lang="en-US" dirty="0"/>
              <a:t>Ưu /nhược điểm của </a:t>
            </a:r>
            <a:r>
              <a:rPr lang="en-US" i="1" dirty="0"/>
              <a:t>swapping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Đáp ứng chạy cùng lúc nhiều tiến trình có tổng không gian bộ nhớ (cần chiếm dụng của các tiến trình) lơn hơn tổng bộ nhớ vật lý.</a:t>
            </a:r>
          </a:p>
          <a:p>
            <a:pPr lvl="3"/>
            <a:r>
              <a:rPr lang="en-US" b="0" dirty="0"/>
              <a:t>VD: nhu cầu bộ nhớ cho 3 tiến trình chạy cùng lúc (</a:t>
            </a:r>
            <a:r>
              <a:rPr lang="en-US" b="1" dirty="0"/>
              <a:t>P1=2MB</a:t>
            </a:r>
            <a:r>
              <a:rPr lang="en-US" b="0" dirty="0"/>
              <a:t>, </a:t>
            </a:r>
            <a:r>
              <a:rPr lang="en-US" b="1" dirty="0"/>
              <a:t>P2=4MB</a:t>
            </a:r>
            <a:r>
              <a:rPr lang="en-US" b="0" dirty="0"/>
              <a:t>, </a:t>
            </a:r>
            <a:r>
              <a:rPr lang="en-US" b="1" dirty="0"/>
              <a:t>P3=3MB</a:t>
            </a:r>
            <a:r>
              <a:rPr lang="en-US" b="0" dirty="0"/>
              <a:t>) vẫn chạy được trên bộ nhớ </a:t>
            </a:r>
            <a:r>
              <a:rPr lang="en-US" dirty="0"/>
              <a:t>dung lượng khả dung </a:t>
            </a:r>
            <a:r>
              <a:rPr lang="en-US" b="1" dirty="0"/>
              <a:t>6MB</a:t>
            </a:r>
            <a:r>
              <a:rPr lang="en-US" dirty="0"/>
              <a:t>. </a:t>
            </a:r>
          </a:p>
          <a:p>
            <a:pPr lvl="2"/>
            <a:r>
              <a:rPr lang="en-US" b="0" dirty="0"/>
              <a:t>Nhược điểm: làm chậm hiệu suất xử lý.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787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Cấp phát bộ nhớ cho tiến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Dẫn nhập:</a:t>
            </a:r>
          </a:p>
          <a:p>
            <a:pPr lvl="1"/>
            <a:r>
              <a:rPr lang="en-US" dirty="0"/>
              <a:t>Mỗi tiến trình cần được cấp phát vùng nhớ riêng biệt.</a:t>
            </a:r>
          </a:p>
          <a:p>
            <a:pPr lvl="1"/>
            <a:r>
              <a:rPr lang="en-US" dirty="0"/>
              <a:t>Có nhiều tiến trình chạy, nhưng bộ nhớ là hữu hạn.</a:t>
            </a:r>
          </a:p>
          <a:p>
            <a:pPr lvl="1"/>
            <a:r>
              <a:rPr lang="en-US" dirty="0"/>
              <a:t>Các tiến trình có thể được </a:t>
            </a:r>
            <a:r>
              <a:rPr lang="en-US" i="1" dirty="0">
                <a:solidFill>
                  <a:srgbClr val="7030A0"/>
                </a:solidFill>
              </a:rPr>
              <a:t>nạp – kết thúc – nạp lại</a:t>
            </a:r>
            <a:r>
              <a:rPr lang="en-US" dirty="0">
                <a:solidFill>
                  <a:srgbClr val="7030A0"/>
                </a:solidFill>
              </a:rPr>
              <a:t>… </a:t>
            </a:r>
            <a:r>
              <a:rPr lang="en-US" dirty="0"/>
              <a:t>vào những thời điểm không cố định (theo nhu cầu người dùng).</a:t>
            </a:r>
          </a:p>
          <a:p>
            <a:pPr lvl="1"/>
            <a:r>
              <a:rPr lang="en-US" dirty="0"/>
              <a:t>=&gt; Cần có những kỹ thuật cấp phát bộ nhớ tối ưu.</a:t>
            </a:r>
          </a:p>
          <a:p>
            <a:r>
              <a:rPr lang="en-US" dirty="0"/>
              <a:t>Hiện tượng bộ nhớ bị phân mảnh:</a:t>
            </a:r>
          </a:p>
          <a:p>
            <a:pPr lvl="1"/>
            <a:r>
              <a:rPr lang="en-US" dirty="0"/>
              <a:t>Phân mảnh (</a:t>
            </a:r>
            <a:r>
              <a:rPr lang="en-US" i="1" dirty="0">
                <a:solidFill>
                  <a:srgbClr val="0070C0"/>
                </a:solidFill>
              </a:rPr>
              <a:t>fragmentation</a:t>
            </a:r>
            <a:r>
              <a:rPr lang="en-US" dirty="0"/>
              <a:t>) là hiện tượng bộ nhớ tồn tại các vùng nhớ trống (</a:t>
            </a:r>
            <a:r>
              <a:rPr lang="en-US" i="1" dirty="0"/>
              <a:t>free</a:t>
            </a:r>
            <a:r>
              <a:rPr lang="en-US" dirty="0"/>
              <a:t>) nằm rãi rác, không liên tục.</a:t>
            </a:r>
          </a:p>
          <a:p>
            <a:pPr lvl="1"/>
            <a:r>
              <a:rPr lang="en-US" dirty="0"/>
              <a:t>Có 2 kiểu phân mảnh: </a:t>
            </a:r>
          </a:p>
          <a:p>
            <a:pPr lvl="2"/>
            <a:r>
              <a:rPr lang="en-US" dirty="0"/>
              <a:t>Phân mảnh nội (</a:t>
            </a:r>
            <a:r>
              <a:rPr lang="en-US" i="1" dirty="0">
                <a:solidFill>
                  <a:srgbClr val="0070C0"/>
                </a:solidFill>
              </a:rPr>
              <a:t>internal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fragmentation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Phân mảnh ngoại (</a:t>
            </a:r>
            <a:r>
              <a:rPr lang="en-US" i="1" dirty="0">
                <a:solidFill>
                  <a:srgbClr val="0070C0"/>
                </a:solidFill>
              </a:rPr>
              <a:t>external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fragmentation</a:t>
            </a:r>
            <a:r>
              <a:rPr lang="en-US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556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Cấp phát bộ nhớ cho tiến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Hiện tượng bộ nhớ bị phân mảnh:</a:t>
            </a:r>
          </a:p>
          <a:p>
            <a:pPr lvl="1"/>
            <a:r>
              <a:rPr lang="en-US" b="1" dirty="0"/>
              <a:t>Phân mảnh nội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internal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fragmentation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Hệ điều hành chia bộ nhớ thành các vùng cố định (</a:t>
            </a:r>
            <a:r>
              <a:rPr lang="en-US" i="1" dirty="0">
                <a:solidFill>
                  <a:srgbClr val="0070C0"/>
                </a:solidFill>
              </a:rPr>
              <a:t>fix-sized block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Nếu nạp một </a:t>
            </a:r>
            <a:r>
              <a:rPr lang="en-US" i="1" dirty="0"/>
              <a:t>process</a:t>
            </a:r>
            <a:r>
              <a:rPr lang="en-US" dirty="0"/>
              <a:t> có kích thước nhỏ hơn block =&gt; phần bộ nhớ dư gọi là phân mảnh nội.</a:t>
            </a:r>
          </a:p>
          <a:p>
            <a:pPr lvl="2"/>
            <a:r>
              <a:rPr lang="en-US" dirty="0"/>
              <a:t>VD: </a:t>
            </a:r>
            <a:r>
              <a:rPr lang="en-US" dirty="0">
                <a:solidFill>
                  <a:srgbClr val="0070C0"/>
                </a:solidFill>
              </a:rPr>
              <a:t>block = </a:t>
            </a:r>
            <a:r>
              <a:rPr lang="en-US" b="1" dirty="0">
                <a:solidFill>
                  <a:srgbClr val="0070C0"/>
                </a:solidFill>
              </a:rPr>
              <a:t>64K</a:t>
            </a:r>
            <a:r>
              <a:rPr lang="en-US" dirty="0"/>
              <a:t>,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P1</a:t>
            </a:r>
            <a:r>
              <a:rPr lang="en-US" dirty="0"/>
              <a:t> (</a:t>
            </a:r>
            <a:r>
              <a:rPr lang="en-US" b="1" dirty="0">
                <a:solidFill>
                  <a:srgbClr val="0070C0"/>
                </a:solidFill>
              </a:rPr>
              <a:t>50K</a:t>
            </a:r>
            <a:r>
              <a:rPr lang="en-US" dirty="0"/>
              <a:t>) nạp vào </a:t>
            </a:r>
            <a:r>
              <a:rPr lang="en-US" i="1" dirty="0"/>
              <a:t>block</a:t>
            </a:r>
            <a:r>
              <a:rPr lang="en-US" dirty="0"/>
              <a:t> sẽ có </a:t>
            </a:r>
            <a:r>
              <a:rPr lang="en-US" b="1" dirty="0">
                <a:solidFill>
                  <a:srgbClr val="0070C0"/>
                </a:solidFill>
              </a:rPr>
              <a:t>14K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free</a:t>
            </a:r>
            <a:r>
              <a:rPr lang="en-US" dirty="0"/>
              <a:t>. </a:t>
            </a:r>
          </a:p>
          <a:p>
            <a:pPr lvl="1"/>
            <a:r>
              <a:rPr lang="en-US" b="1" dirty="0"/>
              <a:t>Phân mảnh ngoại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external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fragmentation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Giả sử, có 4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P1, P2, P3, P4 </a:t>
            </a:r>
            <a:r>
              <a:rPr lang="en-US" dirty="0"/>
              <a:t>lần lượt </a:t>
            </a:r>
            <a:br>
              <a:rPr lang="en-US" dirty="0"/>
            </a:br>
            <a:r>
              <a:rPr lang="en-US" dirty="0"/>
              <a:t>chiếm bộ nhớ: </a:t>
            </a:r>
            <a:r>
              <a:rPr lang="en-US" b="1" dirty="0">
                <a:solidFill>
                  <a:srgbClr val="0070C0"/>
                </a:solidFill>
              </a:rPr>
              <a:t>20, 50, 30, 60K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Sau đó,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P1, P3 </a:t>
            </a:r>
            <a:r>
              <a:rPr lang="en-US" dirty="0"/>
              <a:t>kết thúc =&gt; bộ nhớ </a:t>
            </a:r>
            <a:br>
              <a:rPr lang="en-US" dirty="0"/>
            </a:br>
            <a:r>
              <a:rPr lang="en-US" dirty="0"/>
              <a:t>bị phân mảnh ngoại do các process kết thúc</a:t>
            </a:r>
            <a:br>
              <a:rPr lang="en-US" dirty="0"/>
            </a:br>
            <a:r>
              <a:rPr lang="en-US" dirty="0"/>
              <a:t>để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66170"/>
              </p:ext>
            </p:extLst>
          </p:nvPr>
        </p:nvGraphicFramePr>
        <p:xfrm>
          <a:off x="6248400" y="3657600"/>
          <a:ext cx="838200" cy="280416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099445543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</a:t>
                      </a:r>
                      <a:b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20K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91275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b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50K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5502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P3</a:t>
                      </a:r>
                      <a:b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45797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b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75239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639499"/>
              </p:ext>
            </p:extLst>
          </p:nvPr>
        </p:nvGraphicFramePr>
        <p:xfrm>
          <a:off x="7810500" y="3657600"/>
          <a:ext cx="838200" cy="28346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109944554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20K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291275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P2</a:t>
                      </a:r>
                      <a:b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50K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55024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45797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P4</a:t>
                      </a:r>
                      <a:b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752390"/>
                  </a:ext>
                </a:extLst>
              </a:tr>
            </a:tbl>
          </a:graphicData>
        </a:graphic>
      </p:graphicFrame>
      <p:sp>
        <p:nvSpPr>
          <p:cNvPr id="7" name="Right Arrow 6"/>
          <p:cNvSpPr/>
          <p:nvPr/>
        </p:nvSpPr>
        <p:spPr>
          <a:xfrm>
            <a:off x="7283071" y="5055131"/>
            <a:ext cx="381000" cy="3505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134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Cấp phát bộ nhớ cho tiến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Kỹ thuật cấp phát bộ nhớ: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3766012618"/>
              </p:ext>
            </p:extLst>
          </p:nvPr>
        </p:nvGraphicFramePr>
        <p:xfrm>
          <a:off x="531126" y="1447800"/>
          <a:ext cx="8292152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066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Cấp phát bộ nhớ cho tiến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Kỹ thuật cấp phát bộ nhớ:</a:t>
            </a:r>
          </a:p>
          <a:p>
            <a:pPr lvl="1"/>
            <a:r>
              <a:rPr lang="en-US" b="1" i="1" dirty="0"/>
              <a:t>Kỹ thuật cấp phát bộ nhớ liên tục</a:t>
            </a:r>
            <a:r>
              <a:rPr lang="en-US" dirty="0"/>
              <a:t>: các </a:t>
            </a:r>
            <a:r>
              <a:rPr lang="en-US" i="1" dirty="0"/>
              <a:t>process</a:t>
            </a:r>
            <a:r>
              <a:rPr lang="en-US" dirty="0"/>
              <a:t> được cấp vùng nhớ liên tục (không gián đoạn)</a:t>
            </a:r>
          </a:p>
          <a:p>
            <a:pPr lvl="2"/>
            <a:r>
              <a:rPr lang="en-US" dirty="0"/>
              <a:t>Kỹ thuật chia vùng nhớ cố định (</a:t>
            </a:r>
            <a:r>
              <a:rPr lang="en-US" i="1" dirty="0">
                <a:solidFill>
                  <a:srgbClr val="0070C0"/>
                </a:solidFill>
              </a:rPr>
              <a:t>Fixed partitioning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Kỹ thuật chia vùng nhớ động (</a:t>
            </a:r>
            <a:r>
              <a:rPr lang="en-US" i="1" dirty="0">
                <a:solidFill>
                  <a:srgbClr val="0070C0"/>
                </a:solidFill>
              </a:rPr>
              <a:t>Dynamic partitioning</a:t>
            </a:r>
            <a:r>
              <a:rPr lang="en-US" dirty="0"/>
              <a:t>)</a:t>
            </a:r>
          </a:p>
          <a:p>
            <a:pPr lvl="1"/>
            <a:r>
              <a:rPr lang="en-US" b="1" i="1" dirty="0"/>
              <a:t>Kỹ thuật cấp phát bộ nhớ không liên tục</a:t>
            </a:r>
            <a:r>
              <a:rPr lang="en-US" dirty="0"/>
              <a:t>: một </a:t>
            </a:r>
            <a:r>
              <a:rPr lang="en-US" i="1" dirty="0"/>
              <a:t>process</a:t>
            </a:r>
            <a:r>
              <a:rPr lang="en-US" dirty="0"/>
              <a:t> được cấp bộ nhớ từ những vùng nhớ rời rạc (không liên tục)</a:t>
            </a:r>
          </a:p>
          <a:p>
            <a:pPr lvl="2"/>
            <a:r>
              <a:rPr lang="en-US" dirty="0"/>
              <a:t>Kỹ thuật phân trang (</a:t>
            </a:r>
            <a:r>
              <a:rPr lang="en-US" i="1" dirty="0">
                <a:solidFill>
                  <a:srgbClr val="0070C0"/>
                </a:solidFill>
              </a:rPr>
              <a:t>Paging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Kỹ thuật phân đoạn (</a:t>
            </a:r>
            <a:r>
              <a:rPr lang="en-US" i="1" dirty="0">
                <a:solidFill>
                  <a:srgbClr val="0070C0"/>
                </a:solidFill>
              </a:rPr>
              <a:t>Segmentation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Nhược điểm của kỹ thuật cấp phát bộ nhớ liên tục:</a:t>
            </a:r>
          </a:p>
          <a:p>
            <a:pPr lvl="2"/>
            <a:r>
              <a:rPr lang="en-US" dirty="0"/>
              <a:t>Dễ xảy ra phân mảnh bộ nhớ.</a:t>
            </a:r>
          </a:p>
          <a:p>
            <a:pPr lvl="2"/>
            <a:r>
              <a:rPr lang="en-US" dirty="0"/>
              <a:t>Có trường hợp không đủ bộ nhớ cấp cho </a:t>
            </a:r>
            <a:r>
              <a:rPr lang="en-US" i="1" dirty="0"/>
              <a:t>process</a:t>
            </a:r>
            <a:r>
              <a:rPr lang="en-US" dirty="0"/>
              <a:t> dù tổng lượng </a:t>
            </a:r>
            <a:r>
              <a:rPr lang="en-US" i="1" dirty="0"/>
              <a:t>free</a:t>
            </a:r>
            <a:r>
              <a:rPr lang="en-US" dirty="0"/>
              <a:t> còn nhiều (do bộ nhớ bị phân mảnh)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353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Cấp phát bộ nhớ liên tục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Kỹ thuật phân chia vùng nhớ cố định (</a:t>
            </a:r>
            <a:r>
              <a:rPr lang="en-US" i="1" dirty="0">
                <a:solidFill>
                  <a:srgbClr val="0070C0"/>
                </a:solidFill>
              </a:rPr>
              <a:t>fixed partitioning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Cơ chế:</a:t>
            </a:r>
          </a:p>
          <a:p>
            <a:pPr lvl="2"/>
            <a:r>
              <a:rPr lang="en-US" dirty="0"/>
              <a:t>Bộ nhớ được chia thành các phân vùng (</a:t>
            </a:r>
            <a:r>
              <a:rPr lang="en-US" i="1" dirty="0">
                <a:solidFill>
                  <a:srgbClr val="0070C0"/>
                </a:solidFill>
              </a:rPr>
              <a:t>partition</a:t>
            </a:r>
            <a:r>
              <a:rPr lang="en-US" dirty="0"/>
              <a:t>) cố định, kích thước có thể bằng hoặc không bằng nhau.</a:t>
            </a:r>
          </a:p>
          <a:p>
            <a:pPr lvl="2"/>
            <a:r>
              <a:rPr lang="en-US" dirty="0"/>
              <a:t>Mỗi </a:t>
            </a:r>
            <a:r>
              <a:rPr lang="en-US" i="1" dirty="0">
                <a:solidFill>
                  <a:srgbClr val="0070C0"/>
                </a:solidFill>
              </a:rPr>
              <a:t>process</a:t>
            </a:r>
            <a:r>
              <a:rPr lang="en-US" dirty="0"/>
              <a:t> được nạp vào 1 </a:t>
            </a:r>
            <a:r>
              <a:rPr lang="en-US" i="1" dirty="0">
                <a:solidFill>
                  <a:srgbClr val="0070C0"/>
                </a:solidFill>
              </a:rPr>
              <a:t>partition</a:t>
            </a:r>
            <a:r>
              <a:rPr lang="en-US" dirty="0"/>
              <a:t> nếu kích thước </a:t>
            </a:r>
            <a:r>
              <a:rPr lang="en-US" i="1" dirty="0"/>
              <a:t>process</a:t>
            </a:r>
            <a:r>
              <a:rPr lang="en-US" dirty="0"/>
              <a:t> nhỏ hơn.</a:t>
            </a:r>
          </a:p>
          <a:p>
            <a:pPr lvl="2"/>
            <a:r>
              <a:rPr lang="en-US" dirty="0"/>
              <a:t>Nếu </a:t>
            </a:r>
            <a:r>
              <a:rPr lang="en-US" i="1" dirty="0">
                <a:solidFill>
                  <a:srgbClr val="0070C0"/>
                </a:solidFill>
              </a:rPr>
              <a:t>process</a:t>
            </a:r>
            <a:r>
              <a:rPr lang="en-US" dirty="0"/>
              <a:t> có kích thước lớn hơn </a:t>
            </a:r>
            <a:r>
              <a:rPr lang="en-US" i="1" dirty="0">
                <a:solidFill>
                  <a:srgbClr val="0070C0"/>
                </a:solidFill>
              </a:rPr>
              <a:t>partition </a:t>
            </a:r>
            <a:r>
              <a:rPr lang="en-US" dirty="0"/>
              <a:t>thì phải dùng cơ chế </a:t>
            </a:r>
            <a:r>
              <a:rPr lang="en-US" i="1" dirty="0">
                <a:solidFill>
                  <a:srgbClr val="0070C0"/>
                </a:solidFill>
              </a:rPr>
              <a:t>overlay</a:t>
            </a:r>
            <a:r>
              <a:rPr lang="en-US" dirty="0"/>
              <a:t> (chỉ nạp những </a:t>
            </a:r>
            <a:r>
              <a:rPr lang="en-US" i="1" dirty="0"/>
              <a:t>thread</a:t>
            </a:r>
            <a:r>
              <a:rPr lang="en-US" dirty="0"/>
              <a:t> cần dùng)</a:t>
            </a:r>
          </a:p>
          <a:p>
            <a:pPr lvl="1"/>
            <a:r>
              <a:rPr lang="en-US" dirty="0"/>
              <a:t>Nhận xét:</a:t>
            </a:r>
          </a:p>
          <a:p>
            <a:pPr lvl="2"/>
            <a:r>
              <a:rPr lang="vi-VN" dirty="0"/>
              <a:t>Không thực thi được các tiến trình phát sinh dữ liệu lớn hơn không gian được cấp.</a:t>
            </a:r>
            <a:endParaRPr lang="en-US" dirty="0"/>
          </a:p>
          <a:p>
            <a:pPr lvl="2"/>
            <a:r>
              <a:rPr lang="en-US" dirty="0"/>
              <a:t>Không hiệu quả do bị phân mảnh nội.</a:t>
            </a:r>
          </a:p>
          <a:p>
            <a:pPr lvl="2"/>
            <a:r>
              <a:rPr lang="vi-VN" dirty="0"/>
              <a:t>Khi bị phân mảnh =&gt; không </a:t>
            </a:r>
            <a:r>
              <a:rPr lang="en-US" dirty="0"/>
              <a:t>đủ</a:t>
            </a:r>
            <a:r>
              <a:rPr lang="vi-VN" dirty="0"/>
              <a:t> bộ nhớ để nạp các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vi-VN" dirty="0"/>
              <a:t>lớn.</a:t>
            </a:r>
          </a:p>
          <a:p>
            <a:pPr lvl="2"/>
            <a:r>
              <a:rPr lang="vi-VN" dirty="0"/>
              <a:t>Không thể dời chuyển tiến trình trong bộ nhớ.</a:t>
            </a:r>
          </a:p>
          <a:p>
            <a:pPr lvl="2"/>
            <a:r>
              <a:rPr lang="en-US" dirty="0"/>
              <a:t>Cơ chế </a:t>
            </a:r>
            <a:r>
              <a:rPr lang="en-US" i="1" dirty="0"/>
              <a:t>overlay </a:t>
            </a:r>
            <a:r>
              <a:rPr lang="en-US" dirty="0"/>
              <a:t>dễ gây chậm trễ trong xử lý tiến trình.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766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Cấp phát bộ nhớ liên tục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Kỹ thuật chia vùng nhớ động (</a:t>
            </a:r>
            <a:r>
              <a:rPr lang="en-US" i="1" dirty="0">
                <a:solidFill>
                  <a:srgbClr val="0070C0"/>
                </a:solidFill>
              </a:rPr>
              <a:t>dynamic partitioning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Cơ chế:</a:t>
            </a:r>
          </a:p>
          <a:p>
            <a:pPr lvl="2" algn="just"/>
            <a:r>
              <a:rPr lang="vi-VN" dirty="0">
                <a:cs typeface="Arial" panose="020B0604020202020204" pitchFamily="34" charset="0"/>
              </a:rPr>
              <a:t>HĐH </a:t>
            </a:r>
            <a:r>
              <a:rPr lang="en-US" dirty="0">
                <a:cs typeface="Arial" panose="020B0604020202020204" pitchFamily="34" charset="0"/>
              </a:rPr>
              <a:t>dùng </a:t>
            </a:r>
            <a:r>
              <a:rPr lang="vi-VN" dirty="0">
                <a:cs typeface="Arial" panose="020B0604020202020204" pitchFamily="34" charset="0"/>
              </a:rPr>
              <a:t>bảng </a:t>
            </a:r>
            <a:r>
              <a:rPr lang="en-US" dirty="0">
                <a:cs typeface="Arial" panose="020B0604020202020204" pitchFamily="34" charset="0"/>
              </a:rPr>
              <a:t>quản lý không gian bộ nhớ</a:t>
            </a:r>
            <a:r>
              <a:rPr lang="vi-VN" dirty="0">
                <a:cs typeface="Arial" panose="020B0604020202020204" pitchFamily="34" charset="0"/>
              </a:rPr>
              <a:t> </a:t>
            </a:r>
            <a:r>
              <a:rPr lang="en-US" dirty="0">
                <a:cs typeface="Arial" panose="020B0604020202020204" pitchFamily="34" charset="0"/>
              </a:rPr>
              <a:t>(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free</a:t>
            </a:r>
            <a:r>
              <a:rPr lang="en-US" dirty="0">
                <a:cs typeface="Arial" panose="020B0604020202020204" pitchFamily="34" charset="0"/>
              </a:rPr>
              <a:t> /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used partition</a:t>
            </a:r>
            <a:r>
              <a:rPr lang="en-US" dirty="0">
                <a:cs typeface="Arial" panose="020B0604020202020204" pitchFamily="34" charset="0"/>
              </a:rPr>
              <a:t>).</a:t>
            </a:r>
            <a:endParaRPr lang="vi-VN" dirty="0">
              <a:cs typeface="Arial" panose="020B0604020202020204" pitchFamily="34" charset="0"/>
            </a:endParaRPr>
          </a:p>
          <a:p>
            <a:pPr lvl="2" algn="just"/>
            <a:r>
              <a:rPr lang="vi-VN" dirty="0">
                <a:cs typeface="Arial" panose="020B0604020202020204" pitchFamily="34" charset="0"/>
              </a:rPr>
              <a:t>Khi process kết thúc,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used partition </a:t>
            </a:r>
            <a:r>
              <a:rPr lang="vi-VN" dirty="0">
                <a:cs typeface="Arial" panose="020B0604020202020204" pitchFamily="34" charset="0"/>
              </a:rPr>
              <a:t>được giải phóng và sẵn sàng để cấp cho </a:t>
            </a:r>
            <a:r>
              <a:rPr lang="vi-VN" i="1" dirty="0">
                <a:cs typeface="Arial" panose="020B0604020202020204" pitchFamily="34" charset="0"/>
              </a:rPr>
              <a:t>process</a:t>
            </a:r>
            <a:r>
              <a:rPr lang="vi-VN" dirty="0">
                <a:cs typeface="Arial" panose="020B0604020202020204" pitchFamily="34" charset="0"/>
              </a:rPr>
              <a:t> khác</a:t>
            </a:r>
          </a:p>
          <a:p>
            <a:pPr lvl="2" algn="just"/>
            <a:r>
              <a:rPr lang="en-US" dirty="0">
                <a:cs typeface="Arial" panose="020B0604020202020204" pitchFamily="34" charset="0"/>
              </a:rPr>
              <a:t>Với </a:t>
            </a:r>
            <a:r>
              <a:rPr lang="vi-VN" dirty="0">
                <a:cs typeface="Arial" panose="020B0604020202020204" pitchFamily="34" charset="0"/>
              </a:rPr>
              <a:t>mỗi </a:t>
            </a:r>
            <a:r>
              <a:rPr lang="vi-VN" i="1" dirty="0">
                <a:cs typeface="Arial" panose="020B0604020202020204" pitchFamily="34" charset="0"/>
              </a:rPr>
              <a:t>process</a:t>
            </a:r>
            <a:r>
              <a:rPr lang="en-US" dirty="0">
                <a:cs typeface="Arial" panose="020B0604020202020204" pitchFamily="34" charset="0"/>
              </a:rPr>
              <a:t>, </a:t>
            </a:r>
            <a:r>
              <a:rPr lang="vi-VN" dirty="0">
                <a:cs typeface="Arial" panose="020B0604020202020204" pitchFamily="34" charset="0"/>
              </a:rPr>
              <a:t>HĐH xác định lượng bộ nhớ cần</a:t>
            </a:r>
            <a:r>
              <a:rPr lang="en-US" dirty="0">
                <a:cs typeface="Arial" panose="020B0604020202020204" pitchFamily="34" charset="0"/>
              </a:rPr>
              <a:t> dùng</a:t>
            </a:r>
            <a:r>
              <a:rPr lang="vi-VN" dirty="0">
                <a:cs typeface="Arial" panose="020B0604020202020204" pitchFamily="34" charset="0"/>
              </a:rPr>
              <a:t> và</a:t>
            </a:r>
            <a:r>
              <a:rPr lang="en-US" dirty="0">
                <a:cs typeface="Arial" panose="020B0604020202020204" pitchFamily="34" charset="0"/>
              </a:rPr>
              <a:t> tham chiếu</a:t>
            </a:r>
            <a:r>
              <a:rPr lang="vi-VN" dirty="0">
                <a:cs typeface="Arial" panose="020B0604020202020204" pitchFamily="34" charset="0"/>
              </a:rPr>
              <a:t> phần bộ nhớ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free</a:t>
            </a:r>
            <a:r>
              <a:rPr lang="en-US" dirty="0">
                <a:cs typeface="Arial" panose="020B0604020202020204" pitchFamily="34" charset="0"/>
              </a:rPr>
              <a:t>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partition </a:t>
            </a:r>
            <a:r>
              <a:rPr lang="vi-VN" dirty="0">
                <a:cs typeface="Arial" panose="020B0604020202020204" pitchFamily="34" charset="0"/>
              </a:rPr>
              <a:t>để quyết định cấp phát</a:t>
            </a:r>
            <a:r>
              <a:rPr lang="en-US" dirty="0">
                <a:cs typeface="Arial" panose="020B0604020202020204" pitchFamily="34" charset="0"/>
              </a:rPr>
              <a:t>.</a:t>
            </a:r>
            <a:endParaRPr lang="vi-VN" dirty="0">
              <a:cs typeface="Arial" panose="020B0604020202020204" pitchFamily="34" charset="0"/>
            </a:endParaRPr>
          </a:p>
          <a:p>
            <a:pPr lvl="1"/>
            <a:r>
              <a:rPr lang="en-US" dirty="0">
                <a:cs typeface="Arial" panose="020B0604020202020204" pitchFamily="34" charset="0"/>
              </a:rPr>
              <a:t>Các chiến lược cấp phát bộ nhớ của </a:t>
            </a:r>
            <a:r>
              <a:rPr lang="en-US" i="1" dirty="0">
                <a:solidFill>
                  <a:srgbClr val="0070C0"/>
                </a:solidFill>
              </a:rPr>
              <a:t>dynamic partitioning</a:t>
            </a:r>
            <a:endParaRPr lang="en-US" dirty="0">
              <a:cs typeface="Arial" panose="020B0604020202020204" pitchFamily="34" charset="0"/>
            </a:endParaRPr>
          </a:p>
          <a:p>
            <a:pPr lvl="2"/>
            <a:r>
              <a:rPr lang="en-US" b="1" i="1" dirty="0">
                <a:solidFill>
                  <a:srgbClr val="0070C0"/>
                </a:solidFill>
                <a:cs typeface="Arial" panose="020B0604020202020204" pitchFamily="34" charset="0"/>
              </a:rPr>
              <a:t>First fit</a:t>
            </a:r>
            <a:r>
              <a:rPr lang="en-US" dirty="0">
                <a:cs typeface="Arial" panose="020B0604020202020204" pitchFamily="34" charset="0"/>
              </a:rPr>
              <a:t>: tìm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free partition </a:t>
            </a:r>
            <a:r>
              <a:rPr lang="en-US" dirty="0">
                <a:cs typeface="Arial" panose="020B0604020202020204" pitchFamily="34" charset="0"/>
              </a:rPr>
              <a:t>phù hợp đầu tiên cấp cho </a:t>
            </a:r>
            <a:r>
              <a:rPr lang="en-US" i="1" dirty="0">
                <a:cs typeface="Arial" panose="020B0604020202020204" pitchFamily="34" charset="0"/>
              </a:rPr>
              <a:t>process</a:t>
            </a:r>
            <a:r>
              <a:rPr lang="en-US" dirty="0">
                <a:cs typeface="Arial" panose="020B0604020202020204" pitchFamily="34" charset="0"/>
              </a:rPr>
              <a:t> 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  <a:cs typeface="Arial" panose="020B0604020202020204" pitchFamily="34" charset="0"/>
              </a:rPr>
              <a:t>Best fit</a:t>
            </a:r>
            <a:r>
              <a:rPr lang="en-US" dirty="0">
                <a:cs typeface="Arial" panose="020B0604020202020204" pitchFamily="34" charset="0"/>
              </a:rPr>
              <a:t>: tìm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free partition </a:t>
            </a:r>
            <a:r>
              <a:rPr lang="en-US" dirty="0">
                <a:cs typeface="Arial" panose="020B0604020202020204" pitchFamily="34" charset="0"/>
              </a:rPr>
              <a:t>vừa vặn nhất cấp cho </a:t>
            </a:r>
            <a:r>
              <a:rPr lang="en-US" i="1" dirty="0">
                <a:cs typeface="Arial" panose="020B0604020202020204" pitchFamily="34" charset="0"/>
              </a:rPr>
              <a:t>process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  <a:cs typeface="Arial" panose="020B0604020202020204" pitchFamily="34" charset="0"/>
              </a:rPr>
              <a:t>Worst fit</a:t>
            </a:r>
            <a:r>
              <a:rPr lang="en-US" dirty="0">
                <a:cs typeface="Arial" panose="020B0604020202020204" pitchFamily="34" charset="0"/>
              </a:rPr>
              <a:t>: tìm </a:t>
            </a:r>
            <a:r>
              <a:rPr lang="en-US" i="1" dirty="0">
                <a:solidFill>
                  <a:srgbClr val="0070C0"/>
                </a:solidFill>
                <a:cs typeface="Arial" panose="020B0604020202020204" pitchFamily="34" charset="0"/>
              </a:rPr>
              <a:t>free partition </a:t>
            </a:r>
            <a:r>
              <a:rPr lang="en-US" dirty="0">
                <a:cs typeface="Arial" panose="020B0604020202020204" pitchFamily="34" charset="0"/>
              </a:rPr>
              <a:t>chứa được </a:t>
            </a:r>
            <a:r>
              <a:rPr lang="en-US" i="1" dirty="0">
                <a:cs typeface="Arial" panose="020B0604020202020204" pitchFamily="34" charset="0"/>
              </a:rPr>
              <a:t>process</a:t>
            </a:r>
            <a:r>
              <a:rPr lang="en-US" dirty="0">
                <a:cs typeface="Arial" panose="020B0604020202020204" pitchFamily="34" charset="0"/>
              </a:rPr>
              <a:t> là cấp ngay.</a:t>
            </a:r>
            <a:endParaRPr lang="en-US" dirty="0"/>
          </a:p>
          <a:p>
            <a:pPr marL="633413" lvl="2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86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Cơ chế</a:t>
            </a:r>
            <a:r>
              <a:rPr lang="en-US" dirty="0"/>
              <a:t>:</a:t>
            </a:r>
          </a:p>
          <a:p>
            <a:pPr lvl="1"/>
            <a:r>
              <a:rPr lang="en-US" i="1" dirty="0">
                <a:solidFill>
                  <a:srgbClr val="00B050"/>
                </a:solidFill>
              </a:rPr>
              <a:t>B</a:t>
            </a:r>
            <a:r>
              <a:rPr lang="vi-VN" i="1" dirty="0">
                <a:solidFill>
                  <a:srgbClr val="00B050"/>
                </a:solidFill>
              </a:rPr>
              <a:t>ộ nhớ vật lý </a:t>
            </a:r>
            <a:r>
              <a:rPr lang="en-US" dirty="0"/>
              <a:t>được chia </a:t>
            </a:r>
            <a:r>
              <a:rPr lang="vi-VN" dirty="0"/>
              <a:t>thành các khối có kích thước </a:t>
            </a:r>
            <a:r>
              <a:rPr lang="en-US" dirty="0"/>
              <a:t>bằng nhau,</a:t>
            </a:r>
            <a:r>
              <a:rPr lang="vi-VN" dirty="0"/>
              <a:t> gọi là</a:t>
            </a:r>
            <a:r>
              <a:rPr lang="en-US" dirty="0"/>
              <a:t> </a:t>
            </a:r>
            <a:r>
              <a:rPr lang="vi-VN" b="1" i="1" dirty="0"/>
              <a:t>khung </a:t>
            </a:r>
            <a:r>
              <a:rPr lang="vi-VN" dirty="0"/>
              <a:t>(</a:t>
            </a:r>
            <a:r>
              <a:rPr lang="vi-VN" b="1" i="1" dirty="0">
                <a:solidFill>
                  <a:srgbClr val="0070C0"/>
                </a:solidFill>
              </a:rPr>
              <a:t>frame</a:t>
            </a:r>
            <a:r>
              <a:rPr lang="vi-VN" dirty="0"/>
              <a:t>)</a:t>
            </a:r>
            <a:r>
              <a:rPr lang="en-US" dirty="0"/>
              <a:t>, kích thước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</a:t>
            </a:r>
            <a:r>
              <a:rPr lang="en-US" dirty="0"/>
              <a:t> bytes</a:t>
            </a:r>
            <a:endParaRPr lang="vi-VN" dirty="0"/>
          </a:p>
          <a:p>
            <a:pPr lvl="1"/>
            <a:r>
              <a:rPr lang="en-US" dirty="0"/>
              <a:t>Mỗi </a:t>
            </a:r>
            <a:r>
              <a:rPr lang="en-US" i="1" dirty="0"/>
              <a:t>process</a:t>
            </a:r>
            <a:r>
              <a:rPr lang="en-US" dirty="0"/>
              <a:t> được cấp một </a:t>
            </a:r>
            <a:r>
              <a:rPr lang="en-US" i="1" dirty="0">
                <a:solidFill>
                  <a:srgbClr val="00B050"/>
                </a:solidFill>
              </a:rPr>
              <a:t>B</a:t>
            </a:r>
            <a:r>
              <a:rPr lang="vi-VN" i="1" dirty="0">
                <a:solidFill>
                  <a:srgbClr val="00B050"/>
                </a:solidFill>
              </a:rPr>
              <a:t>ộ nhớ </a:t>
            </a:r>
            <a:r>
              <a:rPr lang="en-US" i="1" dirty="0">
                <a:solidFill>
                  <a:srgbClr val="00B050"/>
                </a:solidFill>
              </a:rPr>
              <a:t>luận</a:t>
            </a:r>
            <a:r>
              <a:rPr lang="vi-VN" i="1" dirty="0">
                <a:solidFill>
                  <a:srgbClr val="00B050"/>
                </a:solidFill>
              </a:rPr>
              <a:t> lý</a:t>
            </a:r>
            <a:r>
              <a:rPr lang="en-US" i="1" dirty="0">
                <a:solidFill>
                  <a:srgbClr val="00B050"/>
                </a:solidFill>
              </a:rPr>
              <a:t> </a:t>
            </a:r>
            <a:r>
              <a:rPr lang="en-US" dirty="0"/>
              <a:t>riêng. Đó là tập hợp địa chỉ của các </a:t>
            </a:r>
            <a:r>
              <a:rPr lang="vi-VN" b="1" i="1" dirty="0"/>
              <a:t>trang</a:t>
            </a:r>
            <a:r>
              <a:rPr lang="vi-VN" dirty="0"/>
              <a:t> (</a:t>
            </a:r>
            <a:r>
              <a:rPr lang="vi-VN" b="1" i="1" dirty="0">
                <a:solidFill>
                  <a:srgbClr val="0070C0"/>
                </a:solidFill>
              </a:rPr>
              <a:t>page</a:t>
            </a:r>
            <a:r>
              <a:rPr lang="vi-VN" dirty="0"/>
              <a:t>)</a:t>
            </a:r>
            <a:r>
              <a:rPr lang="en-US" dirty="0"/>
              <a:t> ánh xạ đến </a:t>
            </a:r>
            <a:r>
              <a:rPr lang="en-US" i="1" dirty="0"/>
              <a:t>địa chỉ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frame </a:t>
            </a:r>
            <a:r>
              <a:rPr lang="en-US" dirty="0"/>
              <a:t>tương ứng.</a:t>
            </a:r>
          </a:p>
          <a:p>
            <a:pPr lvl="1"/>
            <a:r>
              <a:rPr lang="vi-VN" b="1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(luận lý) tương </a:t>
            </a:r>
            <a:r>
              <a:rPr lang="en-US" dirty="0" err="1"/>
              <a:t>đượng</a:t>
            </a:r>
            <a:r>
              <a:rPr lang="en-US" dirty="0"/>
              <a:t> </a:t>
            </a:r>
            <a:r>
              <a:rPr lang="en-US" b="1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 (vật lý).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557678"/>
              </p:ext>
            </p:extLst>
          </p:nvPr>
        </p:nvGraphicFramePr>
        <p:xfrm>
          <a:off x="3848100" y="3992880"/>
          <a:ext cx="1295400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524772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Page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1575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Page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9654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Page</a:t>
                      </a:r>
                      <a:r>
                        <a:rPr lang="en-US" b="1" baseline="0" dirty="0"/>
                        <a:t> 2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06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Page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1400058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084574"/>
              </p:ext>
            </p:extLst>
          </p:nvPr>
        </p:nvGraphicFramePr>
        <p:xfrm>
          <a:off x="6781800" y="3048000"/>
          <a:ext cx="1447800" cy="292608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3913357738"/>
                    </a:ext>
                  </a:extLst>
                </a:gridCol>
              </a:tblGrid>
              <a:tr h="32577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Frame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6984172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033337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Frame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90546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Frame 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960802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endParaRPr lang="en-US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710823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84497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Frame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4398899"/>
                  </a:ext>
                </a:extLst>
              </a:tr>
              <a:tr h="325774"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97697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429000" y="5476240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Không gian địa chỉ</a:t>
            </a:r>
            <a:b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(bộ nhớ luận lý)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66996" y="5947850"/>
            <a:ext cx="331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Page frame trên bộ nhớ vật lý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5143500" y="3992880"/>
            <a:ext cx="1638300" cy="1524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5143500" y="3230880"/>
            <a:ext cx="1638300" cy="1371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5143500" y="4297680"/>
            <a:ext cx="1638300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143500" y="4907280"/>
            <a:ext cx="1638300" cy="568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5190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Bảng </a:t>
            </a:r>
            <a:r>
              <a:rPr lang="vi-VN" dirty="0"/>
              <a:t>phân </a:t>
            </a:r>
            <a:r>
              <a:rPr lang="en-US" dirty="0"/>
              <a:t>trang (</a:t>
            </a:r>
            <a:r>
              <a:rPr lang="vi-VN" i="1" dirty="0">
                <a:solidFill>
                  <a:srgbClr val="0070C0"/>
                </a:solidFill>
              </a:rPr>
              <a:t>page table</a:t>
            </a:r>
            <a:r>
              <a:rPr lang="en-US" dirty="0"/>
              <a:t>):</a:t>
            </a:r>
            <a:r>
              <a:rPr lang="vi-VN" dirty="0"/>
              <a:t> :</a:t>
            </a:r>
            <a:endParaRPr lang="en-US" dirty="0"/>
          </a:p>
          <a:p>
            <a:pPr lvl="1"/>
            <a:r>
              <a:rPr lang="en-US" i="1" dirty="0"/>
              <a:t>Bảng phân trang</a:t>
            </a:r>
            <a:r>
              <a:rPr lang="en-US" dirty="0"/>
              <a:t> (</a:t>
            </a:r>
            <a:r>
              <a:rPr lang="vi-VN" i="1" dirty="0">
                <a:solidFill>
                  <a:srgbClr val="0070C0"/>
                </a:solidFill>
              </a:rPr>
              <a:t>page table</a:t>
            </a:r>
            <a:r>
              <a:rPr lang="en-US" dirty="0"/>
              <a:t>):</a:t>
            </a:r>
            <a:r>
              <a:rPr lang="vi-VN" dirty="0"/>
              <a:t> </a:t>
            </a:r>
            <a:r>
              <a:rPr lang="en-US" dirty="0"/>
              <a:t>là bảng ánh xạ </a:t>
            </a:r>
            <a:r>
              <a:rPr lang="en-US" i="1" dirty="0"/>
              <a:t>địa chỉ </a:t>
            </a:r>
            <a:r>
              <a:rPr lang="en-US" b="1" i="1" dirty="0">
                <a:solidFill>
                  <a:srgbClr val="0070C0"/>
                </a:solidFill>
              </a:rPr>
              <a:t>page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địa chỉ luận lý</a:t>
            </a:r>
            <a:r>
              <a:rPr lang="en-US" dirty="0"/>
              <a:t>) đến </a:t>
            </a:r>
            <a:r>
              <a:rPr lang="en-US" i="1" dirty="0"/>
              <a:t>địa chỉ </a:t>
            </a:r>
            <a:r>
              <a:rPr lang="en-US" b="1" i="1" dirty="0">
                <a:solidFill>
                  <a:srgbClr val="0070C0"/>
                </a:solidFill>
              </a:rPr>
              <a:t>frame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i="1" dirty="0"/>
              <a:t>địa chỉ vật lý</a:t>
            </a:r>
            <a:r>
              <a:rPr lang="en-US" dirty="0"/>
              <a:t>) tương ứng</a:t>
            </a:r>
          </a:p>
          <a:p>
            <a:pPr lvl="1"/>
            <a:r>
              <a:rPr lang="en-US" dirty="0"/>
              <a:t>Mỗi </a:t>
            </a:r>
            <a:r>
              <a:rPr lang="en-US" i="1" dirty="0"/>
              <a:t>process</a:t>
            </a:r>
            <a:r>
              <a:rPr lang="en-US" dirty="0"/>
              <a:t> được cấp một </a:t>
            </a:r>
            <a:r>
              <a:rPr lang="vi-VN" i="1" dirty="0">
                <a:solidFill>
                  <a:srgbClr val="0070C0"/>
                </a:solidFill>
              </a:rPr>
              <a:t>page table </a:t>
            </a:r>
            <a:r>
              <a:rPr lang="en-US" dirty="0"/>
              <a:t>riêng.</a:t>
            </a:r>
          </a:p>
          <a:p>
            <a:pPr lvl="1"/>
            <a:r>
              <a:rPr lang="en-US" dirty="0"/>
              <a:t>Bảng phân trang gồm 2 phần:</a:t>
            </a:r>
            <a:endParaRPr lang="en-US" b="1" dirty="0">
              <a:solidFill>
                <a:srgbClr val="FF0000"/>
              </a:solidFill>
            </a:endParaRP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Index </a:t>
            </a:r>
            <a:r>
              <a:rPr lang="en-US" dirty="0"/>
              <a:t>(số chỉ mục): chỉ số (địa chỉ) của các </a:t>
            </a:r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trong </a:t>
            </a:r>
            <a:r>
              <a:rPr lang="en-US" i="1" dirty="0">
                <a:solidFill>
                  <a:srgbClr val="0070C0"/>
                </a:solidFill>
              </a:rPr>
              <a:t>page table</a:t>
            </a:r>
            <a:r>
              <a:rPr lang="en-US" dirty="0"/>
              <a:t>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Entry</a:t>
            </a:r>
            <a:r>
              <a:rPr lang="en-US" dirty="0"/>
              <a:t> (mục nhập): chỉ số (địa chỉ) của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tương ứng trên bộ nhớ vật lý (địa chỉ vật lý)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3743056"/>
              </p:ext>
            </p:extLst>
          </p:nvPr>
        </p:nvGraphicFramePr>
        <p:xfrm>
          <a:off x="6781800" y="2595880"/>
          <a:ext cx="2057400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8700">
                  <a:extLst>
                    <a:ext uri="{9D8B030D-6E8A-4147-A177-3AD203B41FA5}">
                      <a16:colId xmlns:a16="http://schemas.microsoft.com/office/drawing/2014/main" val="3882412751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157776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Index</a:t>
                      </a:r>
                      <a:b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(pages)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Entry</a:t>
                      </a:r>
                      <a:b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(frames)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05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4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1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946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26793"/>
                  </a:ext>
                </a:extLst>
              </a:tr>
            </a:tbl>
          </a:graphicData>
        </a:graphic>
      </p:graphicFrame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5073377"/>
            <a:ext cx="7239000" cy="9470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46878" y="2192771"/>
            <a:ext cx="131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Page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87756" y="6020385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 frame được chia trên bộ nhớ vật lý</a:t>
            </a:r>
          </a:p>
        </p:txBody>
      </p:sp>
    </p:spTree>
    <p:extLst>
      <p:ext uri="{BB962C8B-B14F-4D97-AF65-F5344CB8AC3E}">
        <p14:creationId xmlns:p14="http://schemas.microsoft.com/office/powerpoint/2010/main" val="35904119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Chuyển đổi địa chỉ trong </a:t>
            </a:r>
            <a:r>
              <a:rPr lang="vi-VN" dirty="0"/>
              <a:t>phân </a:t>
            </a:r>
            <a:r>
              <a:rPr lang="en-US" dirty="0"/>
              <a:t>trang</a:t>
            </a:r>
            <a:r>
              <a:rPr lang="vi-VN" dirty="0"/>
              <a:t>:</a:t>
            </a:r>
            <a:endParaRPr lang="en-US" dirty="0"/>
          </a:p>
          <a:p>
            <a:pPr lvl="1"/>
            <a:r>
              <a:rPr lang="en-US" b="1" i="1" dirty="0"/>
              <a:t>Địa chỉ luận lý </a:t>
            </a:r>
            <a:r>
              <a:rPr lang="en-US" dirty="0"/>
              <a:t>của phân trang có dạng: </a:t>
            </a:r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</a:p>
          <a:p>
            <a:pPr lvl="2"/>
            <a:r>
              <a:rPr lang="en-US" dirty="0"/>
              <a:t>Phần tử </a:t>
            </a:r>
            <a:r>
              <a:rPr lang="en-US" b="1" dirty="0">
                <a:solidFill>
                  <a:srgbClr val="FF0000"/>
                </a:solidFill>
              </a:rPr>
              <a:t>p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page number</a:t>
            </a:r>
            <a:r>
              <a:rPr lang="en-US" dirty="0"/>
              <a:t>): địa chỉ </a:t>
            </a:r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trong </a:t>
            </a:r>
            <a:r>
              <a:rPr lang="vi-VN" i="1" dirty="0"/>
              <a:t>pages table</a:t>
            </a:r>
            <a:r>
              <a:rPr lang="en-US" dirty="0"/>
              <a:t> =&gt; xác đinh được địa chỉ cơ sở (</a:t>
            </a:r>
            <a:r>
              <a:rPr lang="en-US" i="1" dirty="0"/>
              <a:t>base address</a:t>
            </a:r>
            <a:r>
              <a:rPr lang="en-US" dirty="0"/>
              <a:t>) của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 trên bộ nhớ.</a:t>
            </a:r>
          </a:p>
          <a:p>
            <a:pPr lvl="2"/>
            <a:r>
              <a:rPr lang="en-US" dirty="0"/>
              <a:t>Phần tử </a:t>
            </a:r>
            <a:r>
              <a:rPr lang="en-US" b="1" dirty="0">
                <a:solidFill>
                  <a:srgbClr val="FF0000"/>
                </a:solidFill>
              </a:rPr>
              <a:t>d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page offset</a:t>
            </a:r>
            <a:r>
              <a:rPr lang="en-US" dirty="0"/>
              <a:t>): độ dời (</a:t>
            </a:r>
            <a:r>
              <a:rPr lang="en-US" i="1" dirty="0">
                <a:solidFill>
                  <a:srgbClr val="0070C0"/>
                </a:solidFill>
              </a:rPr>
              <a:t>offset</a:t>
            </a:r>
            <a:r>
              <a:rPr lang="en-US" dirty="0"/>
              <a:t>) của các </a:t>
            </a:r>
            <a:r>
              <a:rPr lang="en-US" i="1" dirty="0"/>
              <a:t>bytes</a:t>
            </a:r>
            <a:r>
              <a:rPr lang="en-US" dirty="0"/>
              <a:t> trong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.</a:t>
            </a:r>
            <a:br>
              <a:rPr lang="vi-VN" dirty="0"/>
            </a:br>
            <a:endParaRPr lang="en-US" dirty="0"/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/>
          <a:srcRect b="1722"/>
          <a:stretch/>
        </p:blipFill>
        <p:spPr>
          <a:xfrm>
            <a:off x="1331846" y="3048000"/>
            <a:ext cx="6529989" cy="3429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26769" y="4784467"/>
            <a:ext cx="1060183" cy="33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Page table</a:t>
            </a:r>
          </a:p>
        </p:txBody>
      </p:sp>
    </p:spTree>
    <p:extLst>
      <p:ext uri="{BB962C8B-B14F-4D97-AF65-F5344CB8AC3E}">
        <p14:creationId xmlns:p14="http://schemas.microsoft.com/office/powerpoint/2010/main" val="2824868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Minh họa chuyển đổi địa chỉ trong </a:t>
            </a:r>
            <a:r>
              <a:rPr lang="vi-VN" dirty="0"/>
              <a:t>phân </a:t>
            </a:r>
            <a:r>
              <a:rPr lang="en-US" dirty="0"/>
              <a:t>trang</a:t>
            </a:r>
            <a:r>
              <a:rPr lang="vi-VN" dirty="0"/>
              <a:t>:</a:t>
            </a:r>
            <a:endParaRPr lang="en-US" dirty="0"/>
          </a:p>
          <a:p>
            <a:pPr lvl="1"/>
            <a:r>
              <a:rPr lang="en-US" dirty="0"/>
              <a:t>VD: bộ nhớ vật lý </a:t>
            </a:r>
            <a:r>
              <a:rPr lang="en-US" b="1" dirty="0">
                <a:solidFill>
                  <a:srgbClr val="FF0000"/>
                </a:solidFill>
              </a:rPr>
              <a:t>32</a:t>
            </a:r>
            <a:r>
              <a:rPr lang="en-US" dirty="0"/>
              <a:t>B, chia thành 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, mỗi </a:t>
            </a:r>
            <a:r>
              <a:rPr lang="en-US" i="1" dirty="0">
                <a:solidFill>
                  <a:srgbClr val="0070C0"/>
                </a:solidFill>
              </a:rPr>
              <a:t>frame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B.</a:t>
            </a:r>
          </a:p>
          <a:p>
            <a:pPr lvl="1"/>
            <a:r>
              <a:rPr lang="en-US" dirty="0"/>
              <a:t>Tiến trình </a:t>
            </a:r>
            <a:r>
              <a:rPr lang="en-US" b="1" dirty="0"/>
              <a:t>P</a:t>
            </a:r>
            <a:r>
              <a:rPr lang="en-US" dirty="0"/>
              <a:t> được cấp 4 </a:t>
            </a:r>
            <a:r>
              <a:rPr lang="en-US" i="1" dirty="0"/>
              <a:t>pages</a:t>
            </a:r>
            <a:r>
              <a:rPr lang="en-US" dirty="0"/>
              <a:t>, với </a:t>
            </a:r>
            <a:r>
              <a:rPr lang="en-US" i="1" dirty="0">
                <a:solidFill>
                  <a:srgbClr val="0070C0"/>
                </a:solidFill>
              </a:rPr>
              <a:t>page table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như hình dưới.</a:t>
            </a:r>
          </a:p>
          <a:p>
            <a:pPr lvl="1"/>
            <a:r>
              <a:rPr lang="en-US" dirty="0"/>
              <a:t>Minh họa địa chỉ luận lý (</a:t>
            </a:r>
            <a:r>
              <a:rPr lang="en-US" i="1" dirty="0"/>
              <a:t>logical address</a:t>
            </a:r>
            <a:r>
              <a:rPr lang="en-US" dirty="0"/>
              <a:t>): </a:t>
            </a:r>
            <a:r>
              <a:rPr lang="en-US" b="1" dirty="0">
                <a:solidFill>
                  <a:srgbClr val="FF0000"/>
                </a:solidFill>
              </a:rPr>
              <a:t>1,3</a:t>
            </a:r>
            <a:r>
              <a:rPr lang="en-US" dirty="0"/>
              <a:t> (p=1, d=3):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p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, tương ứng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  <a:r>
              <a:rPr lang="en-US" dirty="0"/>
              <a:t> (</a:t>
            </a:r>
            <a:r>
              <a:rPr lang="en-US" i="1" dirty="0"/>
              <a:t>frame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6</a:t>
            </a:r>
            <a:r>
              <a:rPr lang="en-US" dirty="0"/>
              <a:t> có </a:t>
            </a:r>
            <a:r>
              <a:rPr lang="en-US" i="1" dirty="0">
                <a:solidFill>
                  <a:srgbClr val="0070C0"/>
                </a:solidFill>
              </a:rPr>
              <a:t>based address </a:t>
            </a:r>
            <a:r>
              <a:rPr lang="en-US" dirty="0"/>
              <a:t>là </a:t>
            </a:r>
            <a:r>
              <a:rPr lang="en-US" b="1" dirty="0">
                <a:solidFill>
                  <a:srgbClr val="FF0000"/>
                </a:solidFill>
              </a:rPr>
              <a:t>24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Địa chỉ luận lý : </a:t>
            </a:r>
            <a:r>
              <a:rPr lang="en-US" b="1" dirty="0">
                <a:solidFill>
                  <a:srgbClr val="FF0000"/>
                </a:solidFill>
              </a:rPr>
              <a:t>1,3</a:t>
            </a:r>
            <a:r>
              <a:rPr lang="en-US" dirty="0"/>
              <a:t> tương ứng với địa chỉ vật lý </a:t>
            </a:r>
            <a:r>
              <a:rPr lang="en-US" b="1" dirty="0">
                <a:solidFill>
                  <a:srgbClr val="FF0000"/>
                </a:solidFill>
              </a:rPr>
              <a:t>24 + 3 = 27</a:t>
            </a:r>
          </a:p>
          <a:p>
            <a:pPr lvl="2"/>
            <a:r>
              <a:rPr lang="en-US" dirty="0"/>
              <a:t>Dữ liệu tại địa chỉ vật lý </a:t>
            </a:r>
            <a:r>
              <a:rPr lang="en-US" b="1" dirty="0">
                <a:solidFill>
                  <a:srgbClr val="FF0000"/>
                </a:solidFill>
              </a:rPr>
              <a:t>27</a:t>
            </a:r>
            <a:r>
              <a:rPr lang="en-US" dirty="0"/>
              <a:t> là ký tự “</a:t>
            </a:r>
            <a:r>
              <a:rPr lang="en-US" b="1" dirty="0">
                <a:solidFill>
                  <a:srgbClr val="FF0000"/>
                </a:solidFill>
              </a:rPr>
              <a:t>h</a:t>
            </a:r>
            <a:r>
              <a:rPr lang="en-US" dirty="0"/>
              <a:t>”.</a:t>
            </a:r>
          </a:p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36" y="3657600"/>
            <a:ext cx="7258050" cy="279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263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Tính toán địa chỉ trong Paging</a:t>
            </a:r>
            <a:r>
              <a:rPr lang="vi-VN" dirty="0"/>
              <a:t>:</a:t>
            </a:r>
            <a:endParaRPr lang="en-US" dirty="0"/>
          </a:p>
          <a:p>
            <a:pPr lvl="1"/>
            <a:r>
              <a:rPr lang="en-US" i="1" dirty="0"/>
              <a:t>Số bit địa chỉ </a:t>
            </a:r>
            <a:r>
              <a:rPr lang="en-US" dirty="0"/>
              <a:t>là </a:t>
            </a:r>
            <a:r>
              <a:rPr lang="en-US" b="1" dirty="0"/>
              <a:t>số mũ </a:t>
            </a:r>
            <a:r>
              <a:rPr lang="en-US" dirty="0"/>
              <a:t>của cơ số </a:t>
            </a:r>
            <a:r>
              <a:rPr lang="en-US" b="1" dirty="0"/>
              <a:t>2.</a:t>
            </a:r>
          </a:p>
          <a:p>
            <a:pPr lvl="2"/>
            <a:r>
              <a:rPr lang="en-US" dirty="0"/>
              <a:t>Ví dụ: dùng </a:t>
            </a:r>
            <a:r>
              <a:rPr lang="en-US" b="1" dirty="0"/>
              <a:t>3</a:t>
            </a:r>
            <a:r>
              <a:rPr lang="en-US" dirty="0"/>
              <a:t> bit địa chỉ sẽ trỏ được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3</a:t>
            </a:r>
            <a:r>
              <a:rPr lang="en-US" dirty="0"/>
              <a:t> = </a:t>
            </a:r>
            <a:r>
              <a:rPr lang="en-US" b="1" dirty="0"/>
              <a:t>8</a:t>
            </a:r>
            <a:r>
              <a:rPr lang="en-US" dirty="0"/>
              <a:t> địa chỉ khác nhau.</a:t>
            </a:r>
          </a:p>
          <a:p>
            <a:pPr lvl="1">
              <a:tabLst>
                <a:tab pos="4170363" algn="l"/>
              </a:tabLst>
            </a:pPr>
            <a:r>
              <a:rPr lang="en-US" dirty="0"/>
              <a:t>Dung lượng bộ nhớ cấp cho</a:t>
            </a:r>
            <a:r>
              <a:rPr lang="en-US" b="1" dirty="0"/>
              <a:t> P </a:t>
            </a:r>
            <a:r>
              <a:rPr lang="en-US" dirty="0"/>
              <a:t>= </a:t>
            </a:r>
            <a:r>
              <a:rPr lang="en-US" b="1" i="1" dirty="0"/>
              <a:t>tổng số frames x frame size</a:t>
            </a:r>
            <a:br>
              <a:rPr lang="en-US" b="1" i="1" dirty="0"/>
            </a:br>
            <a:r>
              <a:rPr lang="en-US" dirty="0"/>
              <a:t>hoặc:</a:t>
            </a:r>
            <a:r>
              <a:rPr lang="en-US" b="1" i="1" dirty="0"/>
              <a:t>	</a:t>
            </a:r>
            <a:r>
              <a:rPr lang="en-US" dirty="0"/>
              <a:t>=</a:t>
            </a:r>
            <a:r>
              <a:rPr lang="en-US" b="1" i="1" dirty="0"/>
              <a:t> tổng số pages x frame size</a:t>
            </a:r>
          </a:p>
          <a:p>
            <a:pPr lvl="1"/>
            <a:r>
              <a:rPr lang="en-US" dirty="0"/>
              <a:t>Nếu dùng số lũy thừa cơ số 2:</a:t>
            </a:r>
          </a:p>
          <a:p>
            <a:pPr lvl="2">
              <a:tabLst>
                <a:tab pos="4683125" algn="l"/>
              </a:tabLst>
            </a:pPr>
            <a:r>
              <a:rPr lang="en-US" dirty="0"/>
              <a:t>Không gian bộ nhớ cấp cho</a:t>
            </a:r>
            <a:r>
              <a:rPr lang="en-US" b="1" dirty="0"/>
              <a:t> P</a:t>
            </a:r>
            <a:r>
              <a:rPr lang="en-US" dirty="0"/>
              <a:t> là</a:t>
            </a:r>
            <a:r>
              <a:rPr lang="en-US"/>
              <a:t>: 	</a:t>
            </a:r>
            <a:r>
              <a:rPr lang="en-US" b="1">
                <a:solidFill>
                  <a:srgbClr val="FF0000"/>
                </a:solidFill>
              </a:rPr>
              <a:t>2</a:t>
            </a:r>
            <a:r>
              <a:rPr lang="en-US" b="1" baseline="30000">
                <a:solidFill>
                  <a:srgbClr val="FF0000"/>
                </a:solidFill>
              </a:rPr>
              <a:t>m</a:t>
            </a:r>
            <a:r>
              <a:rPr lang="en-US"/>
              <a:t> </a:t>
            </a:r>
            <a:endParaRPr lang="en-US" dirty="0"/>
          </a:p>
          <a:p>
            <a:pPr lvl="2">
              <a:tabLst>
                <a:tab pos="4683125" algn="l"/>
              </a:tabLst>
            </a:pPr>
            <a:r>
              <a:rPr lang="en-US" dirty="0"/>
              <a:t>Tổng số </a:t>
            </a:r>
            <a:r>
              <a:rPr lang="en-US" i="1" dirty="0"/>
              <a:t>page frame</a:t>
            </a:r>
            <a:r>
              <a:rPr lang="en-US" dirty="0"/>
              <a:t> dành cho </a:t>
            </a:r>
            <a:r>
              <a:rPr lang="en-US" b="1" dirty="0"/>
              <a:t>P </a:t>
            </a:r>
            <a:r>
              <a:rPr lang="en-US" dirty="0"/>
              <a:t> là: 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p</a:t>
            </a:r>
            <a:r>
              <a:rPr lang="en-US" dirty="0"/>
              <a:t> </a:t>
            </a:r>
          </a:p>
          <a:p>
            <a:pPr lvl="2">
              <a:tabLst>
                <a:tab pos="4683125" algn="l"/>
              </a:tabLst>
            </a:pPr>
            <a:r>
              <a:rPr lang="en-US" dirty="0"/>
              <a:t>Kích thước của frame là:  	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 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Ta có:: 	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p</a:t>
            </a:r>
            <a:r>
              <a:rPr lang="en-US" dirty="0"/>
              <a:t> x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 </a:t>
            </a:r>
            <a:r>
              <a:rPr lang="en-US" i="1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p+n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hay:	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p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</a:t>
            </a:r>
            <a:r>
              <a:rPr lang="en-US" dirty="0"/>
              <a:t> /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 </a:t>
            </a:r>
            <a:r>
              <a:rPr lang="en-US" i="1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m-n</a:t>
            </a:r>
            <a:br>
              <a:rPr lang="en-US" dirty="0"/>
            </a:br>
            <a:r>
              <a:rPr lang="en-US" dirty="0"/>
              <a:t>hay: 	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</a:t>
            </a:r>
            <a:r>
              <a:rPr lang="en-US" dirty="0"/>
              <a:t> /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p </a:t>
            </a:r>
            <a:r>
              <a:rPr lang="en-US" i="1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m-p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00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Tính toán địa chỉ trong Paging</a:t>
            </a:r>
            <a:r>
              <a:rPr lang="vi-VN" dirty="0"/>
              <a:t>:</a:t>
            </a:r>
            <a:endParaRPr lang="en-US" dirty="0"/>
          </a:p>
          <a:p>
            <a:pPr lvl="1"/>
            <a:r>
              <a:rPr lang="en-US" dirty="0"/>
              <a:t>Nếu:</a:t>
            </a:r>
          </a:p>
          <a:p>
            <a:pPr lvl="2"/>
            <a:r>
              <a:rPr lang="en-US" dirty="0"/>
              <a:t>Dung lượng bộ nhớ cấp cho </a:t>
            </a:r>
            <a:r>
              <a:rPr lang="en-US" i="1" dirty="0"/>
              <a:t>process</a:t>
            </a:r>
            <a:r>
              <a:rPr lang="en-US" dirty="0"/>
              <a:t> P là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</a:t>
            </a:r>
            <a:r>
              <a:rPr lang="en-US" dirty="0"/>
              <a:t> (</a:t>
            </a:r>
            <a:r>
              <a:rPr lang="en-US" i="1" dirty="0"/>
              <a:t>Bytes</a:t>
            </a:r>
            <a:r>
              <a:rPr lang="en-US" dirty="0"/>
              <a:t>) </a:t>
            </a:r>
          </a:p>
          <a:p>
            <a:pPr lvl="2"/>
            <a:r>
              <a:rPr lang="en-US" dirty="0"/>
              <a:t>Kích thước của </a:t>
            </a:r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 là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</a:t>
            </a:r>
            <a:r>
              <a:rPr lang="en-US" dirty="0"/>
              <a:t> (</a:t>
            </a:r>
            <a:r>
              <a:rPr lang="en-US" i="1" dirty="0"/>
              <a:t>Bytes</a:t>
            </a:r>
            <a:r>
              <a:rPr lang="en-US" dirty="0"/>
              <a:t>)</a:t>
            </a:r>
          </a:p>
          <a:p>
            <a:pPr lvl="1"/>
            <a:r>
              <a:rPr lang="en-US" b="1" dirty="0"/>
              <a:t>Thì: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Tổng số </a:t>
            </a:r>
            <a:r>
              <a:rPr lang="en-US" i="1" dirty="0">
                <a:solidFill>
                  <a:srgbClr val="0070C0"/>
                </a:solidFill>
              </a:rPr>
              <a:t>Page frame </a:t>
            </a:r>
            <a:r>
              <a:rPr lang="en-US" dirty="0"/>
              <a:t>cấp cho </a:t>
            </a:r>
            <a:r>
              <a:rPr lang="en-US" i="1" dirty="0"/>
              <a:t>Process</a:t>
            </a:r>
            <a:r>
              <a:rPr lang="en-US" dirty="0"/>
              <a:t> là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</a:t>
            </a:r>
            <a:r>
              <a:rPr lang="en-US" dirty="0">
                <a:solidFill>
                  <a:srgbClr val="FF0000"/>
                </a:solidFill>
              </a:rPr>
              <a:t>/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n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m-n</a:t>
            </a:r>
            <a:r>
              <a:rPr lang="en-US" dirty="0"/>
              <a:t> (</a:t>
            </a:r>
            <a:r>
              <a:rPr lang="en-US" i="1" dirty="0"/>
              <a:t>pages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Địa chỉ của không gian bộ nhớ luận lý có dạng </a:t>
            </a:r>
            <a:r>
              <a:rPr lang="en-US" b="1" dirty="0">
                <a:solidFill>
                  <a:srgbClr val="FF0000"/>
                </a:solidFill>
              </a:rPr>
              <a:t>(</a:t>
            </a:r>
            <a:r>
              <a:rPr lang="en-US" b="1" dirty="0" err="1">
                <a:solidFill>
                  <a:srgbClr val="FF0000"/>
                </a:solidFill>
              </a:rPr>
              <a:t>p,d</a:t>
            </a:r>
            <a:r>
              <a:rPr lang="en-US" b="1" dirty="0">
                <a:solidFill>
                  <a:srgbClr val="FF0000"/>
                </a:solidFill>
              </a:rPr>
              <a:t>)</a:t>
            </a:r>
            <a:r>
              <a:rPr lang="en-US" dirty="0"/>
              <a:t>, trong đó:</a:t>
            </a:r>
          </a:p>
          <a:p>
            <a:pPr lvl="2"/>
            <a:r>
              <a:rPr lang="en-US" dirty="0"/>
              <a:t>Số bit dùng làm địa chỉ của </a:t>
            </a:r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US" b="1" dirty="0"/>
              <a:t> = </a:t>
            </a:r>
            <a:r>
              <a:rPr lang="en-US" b="1" dirty="0">
                <a:solidFill>
                  <a:srgbClr val="FF0000"/>
                </a:solidFill>
              </a:rPr>
              <a:t>m-n</a:t>
            </a:r>
            <a:r>
              <a:rPr lang="en-US" b="1" dirty="0"/>
              <a:t> </a:t>
            </a:r>
            <a:r>
              <a:rPr lang="en-US" i="1" dirty="0"/>
              <a:t>bits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Số bít dùng làm địa chỉ của </a:t>
            </a:r>
            <a:r>
              <a:rPr lang="en-US" b="1" dirty="0">
                <a:solidFill>
                  <a:srgbClr val="0070C0"/>
                </a:solidFill>
              </a:rPr>
              <a:t>d</a:t>
            </a:r>
            <a:r>
              <a:rPr lang="en-US" b="1" dirty="0"/>
              <a:t> = 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dirty="0"/>
              <a:t> </a:t>
            </a:r>
            <a:r>
              <a:rPr lang="en-US" i="1" dirty="0"/>
              <a:t>bits</a:t>
            </a:r>
            <a:r>
              <a:rPr lang="en-US" dirty="0"/>
              <a:t>.</a:t>
            </a:r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046" y="4724400"/>
            <a:ext cx="4963108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24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Số lượng bits cấu thành địa chỉ trong Paging</a:t>
            </a:r>
            <a:r>
              <a:rPr lang="vi-VN" dirty="0"/>
              <a:t>:</a:t>
            </a:r>
            <a:endParaRPr lang="en-US" dirty="0"/>
          </a:p>
          <a:p>
            <a:pPr lvl="1"/>
            <a:r>
              <a:rPr lang="en-US" dirty="0"/>
              <a:t>Giả sử: </a:t>
            </a:r>
          </a:p>
          <a:p>
            <a:pPr lvl="2"/>
            <a:r>
              <a:rPr lang="en-US" dirty="0"/>
              <a:t>Tổng bộ nhớ vật lý là </a:t>
            </a:r>
            <a:r>
              <a:rPr lang="en-US" b="1" dirty="0"/>
              <a:t>256</a:t>
            </a:r>
            <a:r>
              <a:rPr lang="en-US" dirty="0"/>
              <a:t> </a:t>
            </a:r>
            <a:r>
              <a:rPr lang="en-US" i="1" dirty="0"/>
              <a:t>bytes</a:t>
            </a:r>
            <a:r>
              <a:rPr lang="en-US" dirty="0"/>
              <a:t> (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8</a:t>
            </a:r>
            <a:r>
              <a:rPr lang="en-US" dirty="0"/>
              <a:t> bytes), chia thành </a:t>
            </a:r>
            <a:r>
              <a:rPr lang="en-US" b="1" dirty="0"/>
              <a:t>32</a:t>
            </a:r>
            <a:r>
              <a:rPr lang="en-US" dirty="0"/>
              <a:t> </a:t>
            </a:r>
            <a:r>
              <a:rPr lang="en-US" i="1" dirty="0"/>
              <a:t>frames</a:t>
            </a:r>
            <a:r>
              <a:rPr lang="en-US" dirty="0"/>
              <a:t>,.</a:t>
            </a:r>
          </a:p>
          <a:p>
            <a:pPr lvl="2"/>
            <a:r>
              <a:rPr lang="en-US" dirty="0"/>
              <a:t>Dung lượng mỗi </a:t>
            </a:r>
            <a:r>
              <a:rPr lang="en-US" i="1" dirty="0">
                <a:solidFill>
                  <a:srgbClr val="0070C0"/>
                </a:solidFill>
              </a:rPr>
              <a:t>frame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8 </a:t>
            </a:r>
            <a:r>
              <a:rPr lang="en-US" i="1" dirty="0"/>
              <a:t>Bytes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3 </a:t>
            </a:r>
            <a:r>
              <a:rPr lang="en-US" dirty="0"/>
              <a:t>Bytes (</a:t>
            </a:r>
            <a:r>
              <a:rPr lang="en-US" b="1" dirty="0">
                <a:solidFill>
                  <a:srgbClr val="0070C0"/>
                </a:solidFill>
              </a:rPr>
              <a:t>n=3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Nếu tiến trình </a:t>
            </a:r>
            <a:r>
              <a:rPr lang="en-US" b="1" dirty="0"/>
              <a:t>P</a:t>
            </a:r>
            <a:r>
              <a:rPr lang="en-US" dirty="0"/>
              <a:t> được cấp bộ nhớ là </a:t>
            </a:r>
            <a:r>
              <a:rPr lang="en-US" b="1" dirty="0">
                <a:solidFill>
                  <a:srgbClr val="FF0000"/>
                </a:solidFill>
              </a:rPr>
              <a:t>32 </a:t>
            </a:r>
            <a:r>
              <a:rPr lang="en-US" i="1" dirty="0"/>
              <a:t>Bytes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5 </a:t>
            </a:r>
            <a:r>
              <a:rPr lang="en-US" i="1" dirty="0"/>
              <a:t>Bytes</a:t>
            </a:r>
            <a:r>
              <a:rPr lang="en-US" dirty="0"/>
              <a:t> (</a:t>
            </a:r>
            <a:r>
              <a:rPr lang="en-US" b="1" dirty="0">
                <a:solidFill>
                  <a:srgbClr val="0070C0"/>
                </a:solidFill>
              </a:rPr>
              <a:t>m=5</a:t>
            </a:r>
            <a:r>
              <a:rPr lang="en-US" dirty="0"/>
              <a:t>):</a:t>
            </a:r>
          </a:p>
          <a:p>
            <a:pPr lvl="2"/>
            <a:r>
              <a:rPr lang="en-US" dirty="0"/>
              <a:t>Số lượng </a:t>
            </a:r>
            <a:r>
              <a:rPr lang="en-US" i="1" dirty="0">
                <a:solidFill>
                  <a:srgbClr val="0070C0"/>
                </a:solidFill>
              </a:rPr>
              <a:t>pages</a:t>
            </a:r>
            <a:r>
              <a:rPr lang="en-US" dirty="0"/>
              <a:t> được cấp của </a:t>
            </a:r>
            <a:r>
              <a:rPr lang="en-US" b="1" dirty="0"/>
              <a:t>P </a:t>
            </a:r>
            <a:r>
              <a:rPr lang="en-US" dirty="0"/>
              <a:t>là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</a:t>
            </a:r>
            <a:r>
              <a:rPr lang="en-US" i="1" dirty="0"/>
              <a:t>pages </a:t>
            </a:r>
            <a:r>
              <a:rPr lang="en-US" dirty="0"/>
              <a:t>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2</a:t>
            </a:r>
            <a:r>
              <a:rPr lang="en-US" dirty="0"/>
              <a:t> (là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m-n</a:t>
            </a:r>
            <a:r>
              <a:rPr lang="en-US" dirty="0"/>
              <a:t> = </a:t>
            </a:r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b="1" baseline="30000" dirty="0">
                <a:solidFill>
                  <a:srgbClr val="FF0000"/>
                </a:solidFill>
              </a:rPr>
              <a:t>5-3</a:t>
            </a:r>
            <a:r>
              <a:rPr lang="en-US" dirty="0"/>
              <a:t> )</a:t>
            </a:r>
          </a:p>
          <a:p>
            <a:pPr lvl="1"/>
            <a:r>
              <a:rPr lang="en-US" dirty="0"/>
              <a:t>Địa chỉ phân trang dạng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p,d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Số </a:t>
            </a:r>
            <a:r>
              <a:rPr lang="en-US" i="1" dirty="0"/>
              <a:t>bits</a:t>
            </a:r>
            <a:r>
              <a:rPr lang="en-US" dirty="0"/>
              <a:t> dùng làm địa chỉ </a:t>
            </a:r>
            <a:r>
              <a:rPr lang="en-US" b="1" dirty="0">
                <a:solidFill>
                  <a:srgbClr val="FF0000"/>
                </a:solidFill>
              </a:rPr>
              <a:t>p = m – n = 2 </a:t>
            </a:r>
            <a:r>
              <a:rPr lang="en-US" i="1" dirty="0"/>
              <a:t>bits</a:t>
            </a:r>
            <a:r>
              <a:rPr lang="en-US" dirty="0"/>
              <a:t> (giá trị của </a:t>
            </a:r>
            <a:r>
              <a:rPr lang="en-US" b="1" dirty="0">
                <a:solidFill>
                  <a:srgbClr val="FF0000"/>
                </a:solidFill>
              </a:rPr>
              <a:t>p </a:t>
            </a:r>
            <a:r>
              <a:rPr lang="en-US" dirty="0"/>
              <a:t>: từ </a:t>
            </a:r>
            <a:r>
              <a:rPr lang="en-US" b="1" dirty="0">
                <a:solidFill>
                  <a:srgbClr val="0070C0"/>
                </a:solidFill>
              </a:rPr>
              <a:t>0</a:t>
            </a:r>
            <a:r>
              <a:rPr lang="en-US" dirty="0"/>
              <a:t> đến </a:t>
            </a:r>
            <a:r>
              <a:rPr lang="en-US" b="1" dirty="0">
                <a:solidFill>
                  <a:srgbClr val="0070C0"/>
                </a:solidFill>
              </a:rPr>
              <a:t>3</a:t>
            </a:r>
            <a:r>
              <a:rPr lang="en-US" dirty="0"/>
              <a:t>).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Số </a:t>
            </a:r>
            <a:r>
              <a:rPr lang="en-US" i="1" dirty="0"/>
              <a:t>bits</a:t>
            </a:r>
            <a:r>
              <a:rPr lang="en-US" dirty="0"/>
              <a:t> dùng làm địa chỉ </a:t>
            </a:r>
            <a:r>
              <a:rPr lang="en-US" b="1" dirty="0">
                <a:solidFill>
                  <a:srgbClr val="FF0000"/>
                </a:solidFill>
              </a:rPr>
              <a:t>d = n = 3 </a:t>
            </a:r>
            <a:r>
              <a:rPr lang="en-US" i="1" dirty="0"/>
              <a:t>bits</a:t>
            </a:r>
            <a:r>
              <a:rPr lang="en-US" dirty="0"/>
              <a:t> (giá trị của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dirty="0"/>
              <a:t>: từ </a:t>
            </a:r>
            <a:r>
              <a:rPr lang="en-US" b="1" dirty="0">
                <a:solidFill>
                  <a:srgbClr val="0070C0"/>
                </a:solidFill>
              </a:rPr>
              <a:t>0</a:t>
            </a:r>
            <a:r>
              <a:rPr lang="en-US" dirty="0"/>
              <a:t> đến </a:t>
            </a:r>
            <a:r>
              <a:rPr lang="en-US" b="1" dirty="0">
                <a:solidFill>
                  <a:srgbClr val="0070C0"/>
                </a:solidFill>
              </a:rPr>
              <a:t>7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Ví dụ: địa chỉ: </a:t>
            </a:r>
            <a:r>
              <a:rPr lang="en-US" b="1" dirty="0">
                <a:solidFill>
                  <a:srgbClr val="FF0000"/>
                </a:solidFill>
              </a:rPr>
              <a:t>01,101</a:t>
            </a:r>
            <a:r>
              <a:rPr lang="en-US" dirty="0"/>
              <a:t> (viết theo hệ Decimal là: </a:t>
            </a:r>
            <a:r>
              <a:rPr lang="en-US" b="1" dirty="0">
                <a:solidFill>
                  <a:srgbClr val="0070C0"/>
                </a:solidFill>
              </a:rPr>
              <a:t>1,5</a:t>
            </a:r>
            <a:r>
              <a:rPr lang="en-US" dirty="0"/>
              <a:t>).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760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trang (paging)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Cài đặt bảng </a:t>
            </a:r>
            <a:r>
              <a:rPr lang="vi-VN" dirty="0"/>
              <a:t>phân </a:t>
            </a:r>
            <a:r>
              <a:rPr lang="en-US" dirty="0"/>
              <a:t>trang</a:t>
            </a:r>
            <a:r>
              <a:rPr lang="vi-VN" dirty="0"/>
              <a:t>:</a:t>
            </a:r>
            <a:endParaRPr lang="en-US" dirty="0"/>
          </a:p>
          <a:p>
            <a:pPr lvl="1"/>
            <a:r>
              <a:rPr lang="vi-VN" dirty="0"/>
              <a:t>Mỗi </a:t>
            </a:r>
            <a:r>
              <a:rPr lang="vi-VN" i="1" dirty="0"/>
              <a:t>process</a:t>
            </a:r>
            <a:r>
              <a:rPr lang="vi-VN" dirty="0"/>
              <a:t> được cấp </a:t>
            </a:r>
            <a:r>
              <a:rPr lang="en-US" dirty="0"/>
              <a:t>1 </a:t>
            </a:r>
            <a:r>
              <a:rPr lang="en-US" i="1" dirty="0"/>
              <a:t>Bảng phân trang </a:t>
            </a:r>
            <a:r>
              <a:rPr lang="en-US" dirty="0"/>
              <a:t>và 2 </a:t>
            </a:r>
            <a:r>
              <a:rPr lang="en-US" i="1" dirty="0"/>
              <a:t>Thanh ghi</a:t>
            </a:r>
            <a:r>
              <a:rPr lang="en-US" dirty="0"/>
              <a:t>:</a:t>
            </a:r>
          </a:p>
          <a:p>
            <a:pPr lvl="2"/>
            <a:r>
              <a:rPr lang="vi-VN" dirty="0"/>
              <a:t>Thanh ghi </a:t>
            </a:r>
            <a:r>
              <a:rPr lang="vi-VN" i="1" dirty="0">
                <a:solidFill>
                  <a:srgbClr val="0070C0"/>
                </a:solidFill>
              </a:rPr>
              <a:t>page-table base </a:t>
            </a:r>
            <a:r>
              <a:rPr lang="vi-VN" dirty="0"/>
              <a:t>(</a:t>
            </a:r>
            <a:r>
              <a:rPr lang="vi-VN" b="1" dirty="0">
                <a:solidFill>
                  <a:srgbClr val="0070C0"/>
                </a:solidFill>
              </a:rPr>
              <a:t>PTBR</a:t>
            </a:r>
            <a:r>
              <a:rPr lang="vi-VN" dirty="0"/>
              <a:t>) trỏ đến </a:t>
            </a:r>
            <a:r>
              <a:rPr lang="en-US" dirty="0"/>
              <a:t>vị trí </a:t>
            </a:r>
            <a:r>
              <a:rPr lang="vi-VN" dirty="0"/>
              <a:t>bảng ph</a:t>
            </a:r>
            <a:r>
              <a:rPr lang="en-US" dirty="0"/>
              <a:t>â</a:t>
            </a:r>
            <a:r>
              <a:rPr lang="vi-VN" dirty="0"/>
              <a:t>n trang</a:t>
            </a:r>
            <a:r>
              <a:rPr lang="en-US" dirty="0"/>
              <a:t>.</a:t>
            </a:r>
            <a:endParaRPr lang="vi-VN" dirty="0"/>
          </a:p>
          <a:p>
            <a:pPr lvl="2"/>
            <a:r>
              <a:rPr lang="vi-VN" dirty="0"/>
              <a:t>Thanh ghi </a:t>
            </a:r>
            <a:r>
              <a:rPr lang="vi-VN" i="1" dirty="0">
                <a:solidFill>
                  <a:srgbClr val="0070C0"/>
                </a:solidFill>
              </a:rPr>
              <a:t>page-table length </a:t>
            </a:r>
            <a:r>
              <a:rPr lang="vi-VN" dirty="0"/>
              <a:t>(</a:t>
            </a:r>
            <a:r>
              <a:rPr lang="vi-VN" b="1" dirty="0">
                <a:solidFill>
                  <a:srgbClr val="0070C0"/>
                </a:solidFill>
              </a:rPr>
              <a:t>PTLR</a:t>
            </a:r>
            <a:r>
              <a:rPr lang="vi-VN" dirty="0"/>
              <a:t>) biểu thị kích thước của bảng</a:t>
            </a:r>
            <a:r>
              <a:rPr lang="en-US" dirty="0"/>
              <a:t>.</a:t>
            </a:r>
            <a:endParaRPr lang="vi-VN" dirty="0"/>
          </a:p>
          <a:p>
            <a:pPr lvl="1"/>
            <a:r>
              <a:rPr lang="en-US" dirty="0"/>
              <a:t>Tiến trình truy cập dữ liệu trong bộ nhớ cần 2 thao tác:</a:t>
            </a:r>
            <a:endParaRPr lang="en-US" b="0" dirty="0"/>
          </a:p>
          <a:p>
            <a:pPr lvl="2"/>
            <a:r>
              <a:rPr lang="en-US" b="1" dirty="0"/>
              <a:t>1</a:t>
            </a:r>
            <a:r>
              <a:rPr lang="en-US" dirty="0"/>
              <a:t> - Truy cập </a:t>
            </a:r>
            <a:r>
              <a:rPr lang="en-US" i="1" dirty="0">
                <a:solidFill>
                  <a:srgbClr val="0070C0"/>
                </a:solidFill>
              </a:rPr>
              <a:t>Page table </a:t>
            </a:r>
            <a:r>
              <a:rPr lang="en-US" dirty="0"/>
              <a:t>=&gt; lấy địa chỉ </a:t>
            </a:r>
            <a:r>
              <a:rPr lang="en-US" i="1" dirty="0">
                <a:solidFill>
                  <a:srgbClr val="0070C0"/>
                </a:solidFill>
              </a:rPr>
              <a:t>frame </a:t>
            </a:r>
            <a:r>
              <a:rPr lang="en-US" dirty="0"/>
              <a:t>trong bộ nhớ.</a:t>
            </a:r>
          </a:p>
          <a:p>
            <a:pPr lvl="2"/>
            <a:r>
              <a:rPr lang="en-US" b="1" dirty="0"/>
              <a:t>2</a:t>
            </a:r>
            <a:r>
              <a:rPr lang="en-US" dirty="0"/>
              <a:t> - Truy cập dữ liệu trong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 trên bộ nhớ.</a:t>
            </a:r>
          </a:p>
          <a:p>
            <a:pPr lvl="1"/>
            <a:r>
              <a:rPr lang="en-US" dirty="0"/>
              <a:t>Các hình thức lưu trữ </a:t>
            </a:r>
            <a:r>
              <a:rPr lang="en-US" i="1" dirty="0"/>
              <a:t>Page table</a:t>
            </a:r>
            <a:r>
              <a:rPr lang="en-US" dirty="0"/>
              <a:t>:</a:t>
            </a:r>
          </a:p>
          <a:p>
            <a:pPr lvl="2"/>
            <a:r>
              <a:rPr lang="en-US" i="1" dirty="0"/>
              <a:t>Page table </a:t>
            </a:r>
            <a:r>
              <a:rPr lang="en-US" dirty="0"/>
              <a:t>lưu trong </a:t>
            </a:r>
            <a:r>
              <a:rPr lang="en-US" b="1" dirty="0"/>
              <a:t>bộ nhớ chính</a:t>
            </a:r>
            <a:r>
              <a:rPr lang="en-US" dirty="0"/>
              <a:t>: cả 2 thao tác truy cập dữ liệu đều truy cập lên bộ nhớ chính.</a:t>
            </a:r>
          </a:p>
          <a:p>
            <a:pPr lvl="2"/>
            <a:r>
              <a:rPr lang="en-US" i="1" dirty="0"/>
              <a:t>Page table </a:t>
            </a:r>
            <a:r>
              <a:rPr lang="en-US" dirty="0"/>
              <a:t>lưu trong </a:t>
            </a:r>
            <a:r>
              <a:rPr lang="en-US" b="1" i="1" dirty="0"/>
              <a:t>cache</a:t>
            </a:r>
            <a:r>
              <a:rPr lang="en-US" dirty="0"/>
              <a:t> (vùng đệm tốc độ cao  - </a:t>
            </a:r>
            <a:r>
              <a:rPr lang="en-US" i="1" dirty="0">
                <a:solidFill>
                  <a:srgbClr val="0070C0"/>
                </a:solidFill>
              </a:rPr>
              <a:t>T</a:t>
            </a:r>
            <a:r>
              <a:rPr lang="vi-VN" i="1" dirty="0">
                <a:solidFill>
                  <a:srgbClr val="0070C0"/>
                </a:solidFill>
              </a:rPr>
              <a:t>ranslation lookaside buffers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- </a:t>
            </a:r>
            <a:r>
              <a:rPr lang="vi-VN" b="1" dirty="0">
                <a:solidFill>
                  <a:srgbClr val="0070C0"/>
                </a:solidFill>
              </a:rPr>
              <a:t>TLB</a:t>
            </a:r>
            <a:r>
              <a:rPr lang="vi-VN" dirty="0"/>
              <a:t>)</a:t>
            </a:r>
            <a:r>
              <a:rPr lang="en-US" dirty="0"/>
              <a:t>: thời gian truy cập </a:t>
            </a:r>
            <a:r>
              <a:rPr lang="en-US" i="1" dirty="0"/>
              <a:t>Page table </a:t>
            </a:r>
            <a:r>
              <a:rPr lang="en-US" dirty="0"/>
              <a:t>nhanh.</a:t>
            </a:r>
          </a:p>
          <a:p>
            <a:pPr lvl="2"/>
            <a:r>
              <a:rPr lang="en-US" i="1" dirty="0"/>
              <a:t>Page table </a:t>
            </a:r>
            <a:r>
              <a:rPr lang="en-US" dirty="0"/>
              <a:t>lưu trong </a:t>
            </a:r>
            <a:r>
              <a:rPr lang="en-US" b="1" i="1" dirty="0"/>
              <a:t>thanh ghi</a:t>
            </a:r>
            <a:r>
              <a:rPr lang="en-US" dirty="0"/>
              <a:t>: xem như CPU đã nạp sẵn </a:t>
            </a:r>
            <a:r>
              <a:rPr lang="en-US" i="1" dirty="0"/>
              <a:t>Page table </a:t>
            </a:r>
            <a:r>
              <a:rPr lang="en-US" dirty="0"/>
              <a:t>=&gt; chỉ còn thao tác truy cập dữ liệu trong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/>
              <a:t> trên bộ nhớ chính.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07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Thay thế trang (Page Replacement)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Bộ nhớ ảo và vai trò của bộ nhớ ảo</a:t>
            </a:r>
          </a:p>
          <a:p>
            <a:pPr lvl="1"/>
            <a:r>
              <a:rPr lang="en-US" dirty="0"/>
              <a:t>Bộ nhớ ảo (</a:t>
            </a:r>
            <a:r>
              <a:rPr lang="en-US" i="1" dirty="0">
                <a:solidFill>
                  <a:srgbClr val="0070C0"/>
                </a:solidFill>
              </a:rPr>
              <a:t>virtual memory</a:t>
            </a:r>
            <a:r>
              <a:rPr lang="en-US" dirty="0"/>
              <a:t>): </a:t>
            </a:r>
          </a:p>
          <a:p>
            <a:pPr lvl="2"/>
            <a:r>
              <a:rPr lang="en-US" dirty="0"/>
              <a:t>Là một không gian lưu trữ trên bộ nhớ phụ (thường là đĩa cứng).</a:t>
            </a:r>
          </a:p>
          <a:p>
            <a:pPr lvl="2"/>
            <a:r>
              <a:rPr lang="en-US" dirty="0"/>
              <a:t>Hệ điều hành chuyển mộ phần dữ liệu của </a:t>
            </a:r>
            <a:r>
              <a:rPr lang="en-US" i="1" dirty="0"/>
              <a:t>process</a:t>
            </a:r>
            <a:r>
              <a:rPr lang="en-US" dirty="0"/>
              <a:t> trong </a:t>
            </a:r>
            <a:r>
              <a:rPr lang="en-US" i="1" dirty="0"/>
              <a:t>bộ nhớ chính </a:t>
            </a:r>
            <a:r>
              <a:rPr lang="en-US" dirty="0"/>
              <a:t>sang </a:t>
            </a:r>
            <a:r>
              <a:rPr lang="en-US" i="1" dirty="0"/>
              <a:t>bộ nhớ ảo</a:t>
            </a:r>
            <a:r>
              <a:rPr lang="en-US" dirty="0"/>
              <a:t> (cơ chế sang </a:t>
            </a:r>
            <a:r>
              <a:rPr lang="en-US" i="1" dirty="0">
                <a:solidFill>
                  <a:srgbClr val="0070C0"/>
                </a:solidFill>
              </a:rPr>
              <a:t>swapping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Ưu điểm:</a:t>
            </a:r>
          </a:p>
          <a:p>
            <a:pPr lvl="2"/>
            <a:r>
              <a:rPr lang="en-US" dirty="0"/>
              <a:t>Bộ nhớ chính chứa được nhiều </a:t>
            </a:r>
            <a:r>
              <a:rPr lang="en-US" i="1" dirty="0"/>
              <a:t>process</a:t>
            </a:r>
            <a:r>
              <a:rPr lang="en-US" dirty="0"/>
              <a:t> hơn.</a:t>
            </a:r>
          </a:p>
          <a:p>
            <a:pPr lvl="2"/>
            <a:r>
              <a:rPr lang="en-US" dirty="0"/>
              <a:t>Có thể chạy </a:t>
            </a:r>
            <a:r>
              <a:rPr lang="en-US" i="1" dirty="0"/>
              <a:t>process</a:t>
            </a:r>
            <a:r>
              <a:rPr lang="en-US" dirty="0"/>
              <a:t> kích thước lớn hơn bộ nhớ chính.</a:t>
            </a:r>
          </a:p>
          <a:p>
            <a:pPr lvl="1"/>
            <a:r>
              <a:rPr lang="en-US" dirty="0"/>
              <a:t>Thực tiễn: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Swap space </a:t>
            </a:r>
            <a:r>
              <a:rPr lang="en-US" dirty="0"/>
              <a:t>(không gian bộ nhớ ảo) của </a:t>
            </a:r>
            <a:r>
              <a:rPr lang="en-US" b="1" i="1" dirty="0"/>
              <a:t>Linux</a:t>
            </a:r>
            <a:r>
              <a:rPr lang="en-US" dirty="0"/>
              <a:t> là “</a:t>
            </a:r>
            <a:r>
              <a:rPr lang="en-US" i="1" dirty="0">
                <a:solidFill>
                  <a:srgbClr val="FF0000"/>
                </a:solidFill>
              </a:rPr>
              <a:t>Swap partition</a:t>
            </a:r>
            <a:r>
              <a:rPr lang="en-US" dirty="0"/>
              <a:t>”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Swap space </a:t>
            </a:r>
            <a:r>
              <a:rPr lang="en-US" dirty="0"/>
              <a:t>của </a:t>
            </a:r>
            <a:r>
              <a:rPr lang="en-US" b="1" i="1" dirty="0"/>
              <a:t>Windows</a:t>
            </a:r>
            <a:r>
              <a:rPr lang="en-US" dirty="0"/>
              <a:t> là tập </a:t>
            </a:r>
            <a:r>
              <a:rPr lang="en-US" i="1" dirty="0">
                <a:solidFill>
                  <a:srgbClr val="FF0000"/>
                </a:solidFill>
              </a:rPr>
              <a:t>Pagefile.sys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189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Thay thế trang (Page Replacement)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Dẫn nhập về Page Replacement (thay thế trang):</a:t>
            </a:r>
          </a:p>
          <a:p>
            <a:pPr lvl="1"/>
            <a:r>
              <a:rPr lang="en-US" dirty="0"/>
              <a:t>Quy tắc xử lý </a:t>
            </a:r>
            <a:r>
              <a:rPr lang="en-US" i="1" dirty="0"/>
              <a:t>process</a:t>
            </a:r>
            <a:r>
              <a:rPr lang="en-US" dirty="0"/>
              <a:t> của Hệ điều hành:</a:t>
            </a:r>
          </a:p>
          <a:p>
            <a:pPr lvl="2"/>
            <a:r>
              <a:rPr lang="en-US" i="1" dirty="0"/>
              <a:t>Process</a:t>
            </a:r>
            <a:r>
              <a:rPr lang="en-US" dirty="0"/>
              <a:t> chỉ được </a:t>
            </a:r>
            <a:r>
              <a:rPr lang="en-US" i="1" dirty="0">
                <a:solidFill>
                  <a:srgbClr val="0070C0"/>
                </a:solidFill>
              </a:rPr>
              <a:t>running</a:t>
            </a:r>
            <a:r>
              <a:rPr lang="en-US" dirty="0"/>
              <a:t> khi </a:t>
            </a:r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dữ liệu nằm trong </a:t>
            </a:r>
            <a:r>
              <a:rPr lang="en-US" i="1" dirty="0"/>
              <a:t>bộ nhớ chính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Nếu xảy ra hiện tượng </a:t>
            </a:r>
            <a:r>
              <a:rPr lang="en-US" i="1" dirty="0">
                <a:solidFill>
                  <a:srgbClr val="0070C0"/>
                </a:solidFill>
              </a:rPr>
              <a:t>page-fault</a:t>
            </a:r>
            <a:r>
              <a:rPr lang="en-US" dirty="0"/>
              <a:t> (</a:t>
            </a:r>
            <a:r>
              <a:rPr lang="en-US" i="1" dirty="0">
                <a:solidFill>
                  <a:srgbClr val="0070C0"/>
                </a:solidFill>
              </a:rPr>
              <a:t>page </a:t>
            </a:r>
            <a:r>
              <a:rPr lang="en-US" dirty="0"/>
              <a:t>mà </a:t>
            </a:r>
            <a:r>
              <a:rPr lang="en-US" i="1" dirty="0"/>
              <a:t>process</a:t>
            </a:r>
            <a:r>
              <a:rPr lang="en-US" dirty="0"/>
              <a:t> cần dùng  không có trong bộ nhớ chính) =&gt; </a:t>
            </a:r>
            <a:r>
              <a:rPr lang="en-US" i="1" dirty="0"/>
              <a:t>page </a:t>
            </a:r>
            <a:r>
              <a:rPr lang="en-US" dirty="0"/>
              <a:t>đó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/>
              <a:t>được</a:t>
            </a:r>
            <a:r>
              <a:rPr lang="en-US" dirty="0"/>
              <a:t> </a:t>
            </a:r>
            <a:r>
              <a:rPr lang="en-US" i="1" dirty="0">
                <a:solidFill>
                  <a:srgbClr val="0070C0"/>
                </a:solidFill>
              </a:rPr>
              <a:t>swap-in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Hai tình huống xảy khi </a:t>
            </a:r>
            <a:r>
              <a:rPr lang="en-US" i="1" dirty="0">
                <a:solidFill>
                  <a:srgbClr val="0070C0"/>
                </a:solidFill>
              </a:rPr>
              <a:t>swap-in</a:t>
            </a:r>
            <a:r>
              <a:rPr lang="en-US" dirty="0"/>
              <a:t>: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: bộ nhớ luận lý của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còn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>
                <a:solidFill>
                  <a:srgbClr val="0070C0"/>
                </a:solidFill>
              </a:rPr>
              <a:t> trống </a:t>
            </a:r>
            <a:r>
              <a:rPr lang="en-US" dirty="0"/>
              <a:t>để chứa </a:t>
            </a:r>
            <a:r>
              <a:rPr lang="en-US" i="1" dirty="0"/>
              <a:t>page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=&gt; Hệ điều hành </a:t>
            </a:r>
            <a:r>
              <a:rPr lang="en-US" i="1" dirty="0"/>
              <a:t>Swap-in </a:t>
            </a:r>
            <a:r>
              <a:rPr lang="en-US" dirty="0"/>
              <a:t>và thực thi </a:t>
            </a:r>
            <a:r>
              <a:rPr lang="en-US" i="1" dirty="0"/>
              <a:t>process </a:t>
            </a:r>
            <a:r>
              <a:rPr lang="en-US" dirty="0"/>
              <a:t>bình thường.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2</a:t>
            </a:r>
            <a:r>
              <a:rPr lang="en-US" dirty="0"/>
              <a:t>: bộ nhớ luận lý của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không còn </a:t>
            </a:r>
            <a:r>
              <a:rPr lang="en-US" i="1" dirty="0">
                <a:solidFill>
                  <a:srgbClr val="0070C0"/>
                </a:solidFill>
              </a:rPr>
              <a:t>frame</a:t>
            </a:r>
            <a:r>
              <a:rPr lang="en-US" dirty="0">
                <a:solidFill>
                  <a:srgbClr val="0070C0"/>
                </a:solidFill>
              </a:rPr>
              <a:t> trống </a:t>
            </a:r>
            <a:r>
              <a:rPr lang="en-US" dirty="0"/>
              <a:t>để chứa </a:t>
            </a:r>
            <a:r>
              <a:rPr lang="en-US" i="1" dirty="0"/>
              <a:t>page</a:t>
            </a:r>
            <a:r>
              <a:rPr lang="en-US" dirty="0"/>
              <a:t> =&gt; không thể thực thi </a:t>
            </a:r>
            <a:r>
              <a:rPr lang="en-US" i="1" dirty="0"/>
              <a:t>process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Thay thế trang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Page Replacement</a:t>
            </a:r>
            <a:r>
              <a:rPr lang="en-US" dirty="0"/>
              <a:t>) là giải pháp:</a:t>
            </a:r>
          </a:p>
          <a:p>
            <a:pPr lvl="2"/>
            <a:r>
              <a:rPr lang="en-US" dirty="0"/>
              <a:t>Chọn một </a:t>
            </a:r>
            <a:r>
              <a:rPr lang="en-US" i="1" dirty="0">
                <a:solidFill>
                  <a:srgbClr val="0070C0"/>
                </a:solidFill>
              </a:rPr>
              <a:t>victim page</a:t>
            </a:r>
            <a:r>
              <a:rPr lang="en-US" dirty="0"/>
              <a:t> (trang </a:t>
            </a:r>
            <a:r>
              <a:rPr lang="en-US" dirty="0" err="1"/>
              <a:t>hy</a:t>
            </a:r>
            <a:r>
              <a:rPr lang="en-US" dirty="0"/>
              <a:t> sinh) nào đó của </a:t>
            </a:r>
            <a:r>
              <a:rPr lang="en-US" i="1" dirty="0"/>
              <a:t>process</a:t>
            </a:r>
            <a:r>
              <a:rPr lang="en-US" dirty="0"/>
              <a:t> trong bộ nhớ chính để </a:t>
            </a:r>
            <a:r>
              <a:rPr lang="en-US" i="1" dirty="0">
                <a:solidFill>
                  <a:srgbClr val="0070C0"/>
                </a:solidFill>
              </a:rPr>
              <a:t>swap-out</a:t>
            </a:r>
            <a:r>
              <a:rPr lang="en-US" dirty="0"/>
              <a:t> sang bộ nhớ ảo.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Swap-in</a:t>
            </a:r>
            <a:r>
              <a:rPr lang="en-US" dirty="0"/>
              <a:t> trang (</a:t>
            </a:r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) cần dùng vào </a:t>
            </a:r>
            <a:r>
              <a:rPr lang="en-US" i="1" dirty="0"/>
              <a:t>frame</a:t>
            </a:r>
            <a:r>
              <a:rPr lang="en-US" dirty="0"/>
              <a:t> mới được giải phóng.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3106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Thay thế trang (Page Replacement)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Các giải thuật thay thế trang:</a:t>
            </a:r>
          </a:p>
          <a:p>
            <a:pPr lvl="1"/>
            <a:r>
              <a:rPr lang="en-US" dirty="0"/>
              <a:t>Giải thuật thay thế trang là lựa chọn </a:t>
            </a:r>
            <a:r>
              <a:rPr lang="en-US" i="1" dirty="0">
                <a:solidFill>
                  <a:srgbClr val="0070C0"/>
                </a:solidFill>
              </a:rPr>
              <a:t>victim page</a:t>
            </a:r>
            <a:r>
              <a:rPr lang="en-US" dirty="0"/>
              <a:t> trong bộ nhớ chính nhường chỗ cho </a:t>
            </a:r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mà </a:t>
            </a:r>
            <a:r>
              <a:rPr lang="en-US" i="1" dirty="0"/>
              <a:t>process</a:t>
            </a:r>
            <a:r>
              <a:rPr lang="en-US" dirty="0"/>
              <a:t> cần dùng khi </a:t>
            </a:r>
            <a:r>
              <a:rPr lang="en-US" i="1" dirty="0">
                <a:solidFill>
                  <a:srgbClr val="0070C0"/>
                </a:solidFill>
              </a:rPr>
              <a:t>swap-in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Giải thuật </a:t>
            </a:r>
            <a:r>
              <a:rPr lang="en-US" b="1" dirty="0">
                <a:solidFill>
                  <a:srgbClr val="FF0000"/>
                </a:solidFill>
              </a:rPr>
              <a:t>FIFO</a:t>
            </a:r>
            <a:r>
              <a:rPr lang="en-US" dirty="0"/>
              <a:t> (</a:t>
            </a:r>
            <a:r>
              <a:rPr lang="en-US" i="1" dirty="0"/>
              <a:t>First In – First Out</a:t>
            </a:r>
            <a:r>
              <a:rPr lang="en-US" dirty="0"/>
              <a:t>): 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nào </a:t>
            </a:r>
            <a:r>
              <a:rPr lang="en-US" b="1" dirty="0"/>
              <a:t>nạp vào trước </a:t>
            </a:r>
            <a:r>
              <a:rPr lang="en-US" dirty="0"/>
              <a:t>sẽ được chọn làm </a:t>
            </a:r>
            <a:r>
              <a:rPr lang="en-US" i="1" dirty="0">
                <a:solidFill>
                  <a:srgbClr val="0070C0"/>
                </a:solidFill>
              </a:rPr>
              <a:t>victim page</a:t>
            </a:r>
            <a:r>
              <a:rPr lang="en-US" dirty="0"/>
              <a:t> trước.</a:t>
            </a:r>
          </a:p>
          <a:p>
            <a:pPr lvl="1"/>
            <a:r>
              <a:rPr lang="en-US" dirty="0"/>
              <a:t>Giải thuật </a:t>
            </a:r>
            <a:r>
              <a:rPr lang="en-US" b="1" dirty="0">
                <a:solidFill>
                  <a:srgbClr val="FF0000"/>
                </a:solidFill>
              </a:rPr>
              <a:t>OTP</a:t>
            </a:r>
            <a:r>
              <a:rPr lang="en-US" dirty="0"/>
              <a:t> (</a:t>
            </a:r>
            <a:r>
              <a:rPr lang="en-US" i="1" dirty="0"/>
              <a:t>Optimal</a:t>
            </a:r>
            <a:r>
              <a:rPr lang="en-US" dirty="0"/>
              <a:t>): 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nào sẽ </a:t>
            </a:r>
            <a:r>
              <a:rPr lang="en-US" b="1" dirty="0"/>
              <a:t>sử dụng lại ở tương lai xa nhất</a:t>
            </a:r>
            <a:r>
              <a:rPr lang="en-US" dirty="0"/>
              <a:t>, </a:t>
            </a:r>
            <a:r>
              <a:rPr lang="en-US" i="1" dirty="0"/>
              <a:t>page</a:t>
            </a:r>
            <a:r>
              <a:rPr lang="en-US" dirty="0"/>
              <a:t> đó sẽ được chọn làm </a:t>
            </a:r>
            <a:r>
              <a:rPr lang="en-US" i="1" dirty="0">
                <a:solidFill>
                  <a:srgbClr val="0070C0"/>
                </a:solidFill>
              </a:rPr>
              <a:t>victim page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OTP tham chiếu vào chuỗi </a:t>
            </a:r>
            <a:r>
              <a:rPr lang="en-US" i="1" dirty="0"/>
              <a:t>page</a:t>
            </a:r>
            <a:r>
              <a:rPr lang="en-US" dirty="0"/>
              <a:t> sẽ dùng trong tương lai của </a:t>
            </a:r>
            <a:r>
              <a:rPr lang="en-US" i="1" dirty="0"/>
              <a:t>process</a:t>
            </a:r>
            <a:r>
              <a:rPr lang="en-US" dirty="0"/>
              <a:t> nên xác xuất gây </a:t>
            </a:r>
            <a:r>
              <a:rPr lang="en-US" i="1" dirty="0">
                <a:solidFill>
                  <a:srgbClr val="0070C0"/>
                </a:solidFill>
              </a:rPr>
              <a:t>page-fault</a:t>
            </a:r>
            <a:r>
              <a:rPr lang="en-US" dirty="0"/>
              <a:t> (lỗi trang) là thấp nhất.</a:t>
            </a:r>
          </a:p>
          <a:p>
            <a:pPr lvl="1"/>
            <a:r>
              <a:rPr lang="en-US" dirty="0"/>
              <a:t>Giải thuật </a:t>
            </a:r>
            <a:r>
              <a:rPr lang="en-US" b="1" dirty="0">
                <a:solidFill>
                  <a:srgbClr val="FF0000"/>
                </a:solidFill>
              </a:rPr>
              <a:t>LRU</a:t>
            </a:r>
            <a:r>
              <a:rPr lang="en-US" dirty="0"/>
              <a:t> (</a:t>
            </a:r>
            <a:r>
              <a:rPr lang="en-US" i="1" dirty="0"/>
              <a:t>Least Recently Used</a:t>
            </a:r>
            <a:r>
              <a:rPr lang="en-US" dirty="0"/>
              <a:t>): </a:t>
            </a:r>
          </a:p>
          <a:p>
            <a:pPr lvl="2"/>
            <a:r>
              <a:rPr lang="en-US" i="1" dirty="0">
                <a:solidFill>
                  <a:srgbClr val="0070C0"/>
                </a:solidFill>
              </a:rPr>
              <a:t>page</a:t>
            </a:r>
            <a:r>
              <a:rPr lang="en-US" dirty="0"/>
              <a:t> nào </a:t>
            </a:r>
            <a:r>
              <a:rPr lang="en-US" b="1" dirty="0"/>
              <a:t>mới được sử dụng</a:t>
            </a:r>
            <a:r>
              <a:rPr lang="en-US" dirty="0"/>
              <a:t>, </a:t>
            </a:r>
            <a:r>
              <a:rPr lang="en-US" i="1" dirty="0"/>
              <a:t>page</a:t>
            </a:r>
            <a:r>
              <a:rPr lang="en-US" dirty="0"/>
              <a:t> đó sẽ </a:t>
            </a:r>
            <a:r>
              <a:rPr lang="en-US" b="1" dirty="0"/>
              <a:t>không</a:t>
            </a:r>
            <a:r>
              <a:rPr lang="en-US" dirty="0"/>
              <a:t> được chọn làm </a:t>
            </a:r>
            <a:r>
              <a:rPr lang="en-US" i="1" dirty="0">
                <a:solidFill>
                  <a:srgbClr val="0070C0"/>
                </a:solidFill>
              </a:rPr>
              <a:t>victim page</a:t>
            </a:r>
            <a:r>
              <a:rPr lang="en-US" dirty="0"/>
              <a:t>. </a:t>
            </a:r>
          </a:p>
          <a:p>
            <a:pPr lvl="2"/>
            <a:r>
              <a:rPr lang="en-US" dirty="0"/>
              <a:t>LRU bit tham khảo (</a:t>
            </a:r>
            <a:r>
              <a:rPr lang="en-US" i="1" dirty="0">
                <a:solidFill>
                  <a:srgbClr val="0070C0"/>
                </a:solidFill>
              </a:rPr>
              <a:t>reference bit</a:t>
            </a:r>
            <a:r>
              <a:rPr lang="en-US" dirty="0"/>
              <a:t>)  để nhận biết </a:t>
            </a:r>
            <a:r>
              <a:rPr lang="en-US" i="1" dirty="0"/>
              <a:t>page</a:t>
            </a:r>
            <a:r>
              <a:rPr lang="en-US" dirty="0"/>
              <a:t> nào mới dùng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135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Thay thế trang (Page Replacement)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Minh họa các giải thuật thay thế trang:</a:t>
            </a:r>
          </a:p>
          <a:p>
            <a:pPr lvl="1"/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US" dirty="0"/>
              <a:t> dự kiến sẽ lần lượt thực thi các </a:t>
            </a:r>
            <a:r>
              <a:rPr lang="en-US" i="1" dirty="0"/>
              <a:t>page</a:t>
            </a:r>
            <a:r>
              <a:rPr lang="en-US" dirty="0"/>
              <a:t> dữ liệu theo chuỗi thứ tự như hình.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F</a:t>
            </a:r>
            <a:r>
              <a:rPr lang="en-US" dirty="0"/>
              <a:t> là thời điểm cần thay trang. Mỗi giải thuật thực hiện khác nhau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2647950"/>
            <a:ext cx="83439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9771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toàn cho vùng nhớ trong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Dẫn nhập:</a:t>
            </a:r>
          </a:p>
          <a:p>
            <a:pPr lvl="1"/>
            <a:r>
              <a:rPr lang="en-US" dirty="0"/>
              <a:t>Khi một </a:t>
            </a:r>
            <a:r>
              <a:rPr lang="en-US" i="1" dirty="0"/>
              <a:t>process</a:t>
            </a:r>
            <a:r>
              <a:rPr lang="en-US" dirty="0"/>
              <a:t> vào trạng thái </a:t>
            </a:r>
            <a:r>
              <a:rPr lang="en-US" b="1" i="1" dirty="0"/>
              <a:t>Suspend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Dữ liệu của </a:t>
            </a:r>
            <a:r>
              <a:rPr lang="en-US" i="1" dirty="0"/>
              <a:t>process</a:t>
            </a:r>
            <a:r>
              <a:rPr lang="en-US" dirty="0"/>
              <a:t> đó có thể bị đưa ra ngoài (</a:t>
            </a:r>
            <a:r>
              <a:rPr lang="en-US" i="1" dirty="0"/>
              <a:t>swap out</a:t>
            </a:r>
            <a:r>
              <a:rPr lang="en-US" dirty="0"/>
              <a:t>).</a:t>
            </a:r>
          </a:p>
          <a:p>
            <a:pPr lvl="2"/>
            <a:r>
              <a:rPr lang="en-US" dirty="0"/>
              <a:t>Vùng nhớ được giải phóng </a:t>
            </a:r>
            <a:r>
              <a:rPr lang="en-US"/>
              <a:t>sẽ cấp cho </a:t>
            </a:r>
            <a:r>
              <a:rPr lang="en-US" i="1" dirty="0"/>
              <a:t>process</a:t>
            </a:r>
            <a:r>
              <a:rPr lang="en-US" dirty="0"/>
              <a:t> </a:t>
            </a:r>
            <a:r>
              <a:rPr lang="en-US" i="1" dirty="0"/>
              <a:t>khác</a:t>
            </a:r>
            <a:r>
              <a:rPr lang="en-US" dirty="0"/>
              <a:t> sử dụng.</a:t>
            </a:r>
          </a:p>
          <a:p>
            <a:pPr lvl="1"/>
            <a:r>
              <a:rPr lang="en-US" dirty="0"/>
              <a:t>=&gt; Bảng phân trang của </a:t>
            </a:r>
            <a:r>
              <a:rPr lang="en-US" i="1" dirty="0"/>
              <a:t>process ban đầu </a:t>
            </a:r>
            <a:r>
              <a:rPr lang="en-US" dirty="0"/>
              <a:t>sẽ trỏ đến vùng dữ liệu thuộc về </a:t>
            </a:r>
            <a:r>
              <a:rPr lang="en-US" i="1" dirty="0"/>
              <a:t>process khác</a:t>
            </a:r>
            <a:r>
              <a:rPr lang="en-US" dirty="0"/>
              <a:t>.</a:t>
            </a:r>
          </a:p>
          <a:p>
            <a:r>
              <a:rPr lang="en-US" dirty="0"/>
              <a:t>Giải pháp đảm bảo an toàn (bảo vệ) bảng phân trang:</a:t>
            </a:r>
          </a:p>
          <a:p>
            <a:pPr lvl="1"/>
            <a:r>
              <a:rPr lang="en-US" b="1" dirty="0"/>
              <a:t>Phương pháp 1</a:t>
            </a:r>
            <a:r>
              <a:rPr lang="en-US" dirty="0"/>
              <a:t>: bổ dung hạng mục</a:t>
            </a:r>
            <a:r>
              <a:rPr lang="vi-VN" dirty="0"/>
              <a:t> </a:t>
            </a:r>
            <a:r>
              <a:rPr lang="en-US" i="1" dirty="0">
                <a:solidFill>
                  <a:srgbClr val="0070C0"/>
                </a:solidFill>
              </a:rPr>
              <a:t>valid</a:t>
            </a:r>
            <a:r>
              <a:rPr lang="vi-VN" i="1" dirty="0">
                <a:solidFill>
                  <a:srgbClr val="0070C0"/>
                </a:solidFill>
              </a:rPr>
              <a:t> bit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en-US" dirty="0"/>
              <a:t>(bit xác nhận giá trị) vào </a:t>
            </a:r>
            <a:r>
              <a:rPr lang="vi-VN" dirty="0"/>
              <a:t>bảng phân trang</a:t>
            </a:r>
          </a:p>
          <a:p>
            <a:pPr lvl="1"/>
            <a:r>
              <a:rPr lang="en-US" b="1" dirty="0"/>
              <a:t>Phương pháp 2</a:t>
            </a:r>
            <a:r>
              <a:rPr lang="en-US" dirty="0"/>
              <a:t>: bổ dung hạng mục </a:t>
            </a:r>
            <a:r>
              <a:rPr lang="vi-VN" i="1" dirty="0">
                <a:solidFill>
                  <a:srgbClr val="0070C0"/>
                </a:solidFill>
              </a:rPr>
              <a:t>protection bit</a:t>
            </a:r>
            <a:r>
              <a:rPr lang="vi-VN" dirty="0"/>
              <a:t> gắn (các </a:t>
            </a:r>
            <a:r>
              <a:rPr lang="vi-VN" i="1" dirty="0"/>
              <a:t>bit bảo vệ</a:t>
            </a:r>
            <a:r>
              <a:rPr lang="vi-VN" dirty="0"/>
              <a:t>) </a:t>
            </a:r>
            <a:r>
              <a:rPr lang="en-US" dirty="0"/>
              <a:t>vào bảng phân trang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1006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toàn cho vùng nhớ trong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Bảo vệ bộ nhớ trong phân trang:</a:t>
            </a:r>
          </a:p>
          <a:p>
            <a:pPr lvl="1"/>
            <a:r>
              <a:rPr lang="en-US" b="1" dirty="0"/>
              <a:t>Phương pháp 1</a:t>
            </a:r>
            <a:r>
              <a:rPr lang="en-US" dirty="0"/>
              <a:t>: thêm hạng mục</a:t>
            </a:r>
            <a:r>
              <a:rPr lang="vi-VN" dirty="0"/>
              <a:t> </a:t>
            </a:r>
            <a:r>
              <a:rPr lang="en-US" i="1" dirty="0">
                <a:solidFill>
                  <a:srgbClr val="0070C0"/>
                </a:solidFill>
              </a:rPr>
              <a:t>valid</a:t>
            </a:r>
            <a:r>
              <a:rPr lang="vi-VN" i="1" dirty="0">
                <a:solidFill>
                  <a:srgbClr val="0070C0"/>
                </a:solidFill>
              </a:rPr>
              <a:t> bit</a:t>
            </a:r>
            <a:r>
              <a:rPr lang="en-US" i="1" dirty="0">
                <a:solidFill>
                  <a:srgbClr val="0070C0"/>
                </a:solidFill>
              </a:rPr>
              <a:t> </a:t>
            </a:r>
            <a:r>
              <a:rPr lang="vi-VN" dirty="0"/>
              <a:t>trong</a:t>
            </a:r>
            <a:r>
              <a:rPr lang="en-US" dirty="0"/>
              <a:t> </a:t>
            </a:r>
            <a:r>
              <a:rPr lang="vi-VN" dirty="0"/>
              <a:t>bảng phân trang</a:t>
            </a:r>
          </a:p>
          <a:p>
            <a:pPr lvl="2"/>
            <a:r>
              <a:rPr lang="en-US" dirty="0"/>
              <a:t>Mục có bit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 (</a:t>
            </a:r>
            <a:r>
              <a:rPr lang="vi-VN" b="1" i="1" dirty="0">
                <a:solidFill>
                  <a:srgbClr val="7030A0"/>
                </a:solidFill>
              </a:rPr>
              <a:t>valid</a:t>
            </a:r>
            <a:r>
              <a:rPr lang="en-US" dirty="0"/>
              <a:t>)</a:t>
            </a:r>
            <a:r>
              <a:rPr lang="vi-VN" dirty="0"/>
              <a:t>: </a:t>
            </a:r>
            <a:r>
              <a:rPr lang="en-US" dirty="0"/>
              <a:t>biểu thị </a:t>
            </a:r>
            <a:r>
              <a:rPr lang="en-US" i="1" dirty="0"/>
              <a:t>page</a:t>
            </a:r>
            <a:r>
              <a:rPr lang="en-US" dirty="0"/>
              <a:t> thuộc </a:t>
            </a:r>
            <a:r>
              <a:rPr lang="vi-VN" i="1" dirty="0"/>
              <a:t>process</a:t>
            </a:r>
            <a:r>
              <a:rPr lang="en-US" dirty="0"/>
              <a:t> &lt;=</a:t>
            </a:r>
            <a:r>
              <a:rPr lang="vi-VN" dirty="0"/>
              <a:t> </a:t>
            </a:r>
            <a:r>
              <a:rPr lang="en-US" dirty="0"/>
              <a:t>page</a:t>
            </a:r>
            <a:r>
              <a:rPr lang="vi-VN" dirty="0"/>
              <a:t> hợp lệ.</a:t>
            </a:r>
            <a:endParaRPr lang="en-US" dirty="0"/>
          </a:p>
          <a:p>
            <a:pPr lvl="2"/>
            <a:r>
              <a:rPr lang="en-US" dirty="0"/>
              <a:t>Mục có bit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 (</a:t>
            </a:r>
            <a:r>
              <a:rPr lang="en-US" b="1" i="1" dirty="0">
                <a:solidFill>
                  <a:srgbClr val="7030A0"/>
                </a:solidFill>
              </a:rPr>
              <a:t>invalid</a:t>
            </a:r>
            <a:r>
              <a:rPr lang="en-US" dirty="0"/>
              <a:t>)</a:t>
            </a:r>
            <a:r>
              <a:rPr lang="vi-VN" dirty="0"/>
              <a:t>: </a:t>
            </a:r>
            <a:r>
              <a:rPr lang="en-US" dirty="0"/>
              <a:t>biểu thị </a:t>
            </a:r>
            <a:r>
              <a:rPr lang="en-US" i="1" dirty="0"/>
              <a:t>page</a:t>
            </a:r>
            <a:r>
              <a:rPr lang="en-US" dirty="0"/>
              <a:t> không thuộc </a:t>
            </a:r>
            <a:r>
              <a:rPr lang="vi-VN" i="1" dirty="0"/>
              <a:t>process</a:t>
            </a:r>
            <a:r>
              <a:rPr lang="en-US" dirty="0"/>
              <a:t> &lt;=</a:t>
            </a:r>
            <a:r>
              <a:rPr lang="vi-VN" dirty="0"/>
              <a:t> </a:t>
            </a:r>
            <a:r>
              <a:rPr lang="en-US" i="1" dirty="0"/>
              <a:t>page</a:t>
            </a:r>
            <a:r>
              <a:rPr lang="en-US" dirty="0"/>
              <a:t> không</a:t>
            </a:r>
            <a:r>
              <a:rPr lang="vi-VN" dirty="0"/>
              <a:t> hợp lệ.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Phương pháp 2</a:t>
            </a:r>
            <a:r>
              <a:rPr lang="en-US" dirty="0"/>
              <a:t>: </a:t>
            </a:r>
            <a:r>
              <a:rPr lang="vi-VN" dirty="0"/>
              <a:t>gắn các </a:t>
            </a:r>
            <a:r>
              <a:rPr lang="vi-VN" i="1" dirty="0"/>
              <a:t>bit bảo vệ </a:t>
            </a:r>
            <a:r>
              <a:rPr lang="vi-VN" dirty="0"/>
              <a:t>(</a:t>
            </a:r>
            <a:r>
              <a:rPr lang="vi-VN" i="1" dirty="0">
                <a:solidFill>
                  <a:srgbClr val="0070C0"/>
                </a:solidFill>
              </a:rPr>
              <a:t>protection bit</a:t>
            </a:r>
            <a:r>
              <a:rPr lang="vi-VN" dirty="0"/>
              <a:t>) </a:t>
            </a:r>
            <a:r>
              <a:rPr lang="en-US" dirty="0"/>
              <a:t>vào </a:t>
            </a:r>
            <a:r>
              <a:rPr lang="en-US" i="1" dirty="0"/>
              <a:t>entry (mục nhập) </a:t>
            </a:r>
            <a:r>
              <a:rPr lang="en-US" dirty="0"/>
              <a:t>trong bảng phân trang</a:t>
            </a:r>
            <a:r>
              <a:rPr lang="en-US" i="1" dirty="0"/>
              <a:t>.</a:t>
            </a:r>
          </a:p>
          <a:p>
            <a:pPr lvl="2"/>
            <a:r>
              <a:rPr lang="vi-VN" dirty="0"/>
              <a:t>Các thuộc tính </a:t>
            </a:r>
            <a:r>
              <a:rPr lang="en-US" dirty="0"/>
              <a:t>của </a:t>
            </a:r>
            <a:r>
              <a:rPr lang="vi-VN" dirty="0"/>
              <a:t>bit</a:t>
            </a:r>
            <a:r>
              <a:rPr lang="en-US" dirty="0"/>
              <a:t> bảo vệ:</a:t>
            </a:r>
            <a:r>
              <a:rPr lang="vi-VN" dirty="0"/>
              <a:t> </a:t>
            </a:r>
            <a:r>
              <a:rPr lang="vi-VN" i="1" dirty="0">
                <a:solidFill>
                  <a:srgbClr val="0070C0"/>
                </a:solidFill>
              </a:rPr>
              <a:t>read-only, read-write, execute-only</a:t>
            </a:r>
            <a:r>
              <a:rPr lang="en-US" i="1" dirty="0">
                <a:solidFill>
                  <a:srgbClr val="0070C0"/>
                </a:solidFill>
              </a:rPr>
              <a:t>.</a:t>
            </a:r>
            <a:endParaRPr lang="vi-VN" dirty="0"/>
          </a:p>
          <a:p>
            <a:pPr marL="336550" lvl="1" indent="0">
              <a:buNone/>
            </a:pPr>
            <a:endParaRPr lang="en-US" dirty="0"/>
          </a:p>
          <a:p>
            <a:pPr lvl="2"/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322520"/>
              </p:ext>
            </p:extLst>
          </p:nvPr>
        </p:nvGraphicFramePr>
        <p:xfrm>
          <a:off x="2826144" y="2870200"/>
          <a:ext cx="2514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38200">
                  <a:extLst>
                    <a:ext uri="{9D8B030D-6E8A-4147-A177-3AD203B41FA5}">
                      <a16:colId xmlns:a16="http://schemas.microsoft.com/office/drawing/2014/main" val="3882412751"/>
                    </a:ext>
                  </a:extLst>
                </a:gridCol>
                <a:gridCol w="922020">
                  <a:extLst>
                    <a:ext uri="{9D8B030D-6E8A-4147-A177-3AD203B41FA5}">
                      <a16:colId xmlns:a16="http://schemas.microsoft.com/office/drawing/2014/main" val="3157776100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41398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05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4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1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946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26793"/>
                  </a:ext>
                </a:extLst>
              </a:tr>
            </a:tbl>
          </a:graphicData>
        </a:graphic>
      </p:graphicFrame>
      <p:sp>
        <p:nvSpPr>
          <p:cNvPr id="7" name="Right Brace 6"/>
          <p:cNvSpPr/>
          <p:nvPr/>
        </p:nvSpPr>
        <p:spPr>
          <a:xfrm>
            <a:off x="5410200" y="4013200"/>
            <a:ext cx="304800" cy="7112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734152" y="4184134"/>
            <a:ext cx="2711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Pages không thuộc process</a:t>
            </a:r>
          </a:p>
        </p:txBody>
      </p:sp>
    </p:spTree>
    <p:extLst>
      <p:ext uri="{BB962C8B-B14F-4D97-AF65-F5344CB8AC3E}">
        <p14:creationId xmlns:p14="http://schemas.microsoft.com/office/powerpoint/2010/main" val="40941789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toàn cho vùng nhớ trong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Bảo vệ bộ nhớ trong phân trang:</a:t>
            </a:r>
          </a:p>
          <a:p>
            <a:pPr lvl="1"/>
            <a:r>
              <a:rPr lang="en-US" b="1" dirty="0"/>
              <a:t>Phương pháp 2</a:t>
            </a:r>
            <a:r>
              <a:rPr lang="en-US" dirty="0"/>
              <a:t>: </a:t>
            </a:r>
            <a:r>
              <a:rPr lang="vi-VN" dirty="0"/>
              <a:t>gắn các </a:t>
            </a:r>
            <a:r>
              <a:rPr lang="vi-VN" i="1" dirty="0"/>
              <a:t>bit bảo vệ </a:t>
            </a:r>
            <a:r>
              <a:rPr lang="vi-VN" dirty="0"/>
              <a:t>(</a:t>
            </a:r>
            <a:r>
              <a:rPr lang="vi-VN" i="1" dirty="0">
                <a:solidFill>
                  <a:srgbClr val="0070C0"/>
                </a:solidFill>
              </a:rPr>
              <a:t>protection bit</a:t>
            </a:r>
            <a:r>
              <a:rPr lang="vi-VN" dirty="0"/>
              <a:t>) </a:t>
            </a:r>
            <a:r>
              <a:rPr lang="en-US" dirty="0"/>
              <a:t>vào mỗi </a:t>
            </a:r>
            <a:r>
              <a:rPr lang="en-US" i="1" dirty="0"/>
              <a:t>entry </a:t>
            </a:r>
            <a:r>
              <a:rPr lang="en-US" dirty="0"/>
              <a:t>(mục nhập) trong bảng phân trang</a:t>
            </a:r>
            <a:r>
              <a:rPr lang="en-US" i="1" dirty="0"/>
              <a:t>.</a:t>
            </a:r>
          </a:p>
          <a:p>
            <a:pPr lvl="2"/>
            <a:r>
              <a:rPr lang="en-US" dirty="0"/>
              <a:t>Giá trị của </a:t>
            </a:r>
            <a:r>
              <a:rPr lang="vi-VN" i="1" dirty="0">
                <a:solidFill>
                  <a:srgbClr val="0070C0"/>
                </a:solidFill>
              </a:rPr>
              <a:t>protection bit</a:t>
            </a:r>
            <a:r>
              <a:rPr lang="vi-VN" dirty="0"/>
              <a:t> </a:t>
            </a:r>
            <a:r>
              <a:rPr lang="en-US" dirty="0"/>
              <a:t>sẽ xác định </a:t>
            </a:r>
            <a:r>
              <a:rPr lang="vi-VN" dirty="0"/>
              <a:t>thuộc tính </a:t>
            </a:r>
            <a:r>
              <a:rPr lang="en-US" dirty="0"/>
              <a:t>của entry:</a:t>
            </a:r>
            <a:r>
              <a:rPr lang="vi-VN" dirty="0"/>
              <a:t> </a:t>
            </a:r>
            <a:endParaRPr lang="en-US" dirty="0"/>
          </a:p>
          <a:p>
            <a:pPr lvl="2"/>
            <a:r>
              <a:rPr lang="en-US" dirty="0"/>
              <a:t>Thuộc tính: </a:t>
            </a:r>
            <a:r>
              <a:rPr lang="vi-VN" b="1" i="1" dirty="0">
                <a:solidFill>
                  <a:srgbClr val="0070C0"/>
                </a:solidFill>
              </a:rPr>
              <a:t>read-only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dirty="0"/>
              <a:t>(bit </a:t>
            </a:r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/>
              <a:t>): </a:t>
            </a:r>
          </a:p>
          <a:p>
            <a:pPr lvl="2"/>
            <a:r>
              <a:rPr lang="en-US" dirty="0"/>
              <a:t>Thuộc tính: </a:t>
            </a:r>
            <a:r>
              <a:rPr lang="vi-VN" b="1" i="1" dirty="0">
                <a:solidFill>
                  <a:srgbClr val="0070C0"/>
                </a:solidFill>
              </a:rPr>
              <a:t>read-write</a:t>
            </a:r>
            <a:r>
              <a:rPr lang="en-US" b="1" i="1" dirty="0">
                <a:solidFill>
                  <a:srgbClr val="0070C0"/>
                </a:solidFill>
              </a:rPr>
              <a:t>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336550" lvl="1" indent="0">
              <a:buNone/>
            </a:pPr>
            <a:endParaRPr lang="en-US" dirty="0"/>
          </a:p>
          <a:p>
            <a:pPr lvl="2"/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750838"/>
              </p:ext>
            </p:extLst>
          </p:nvPr>
        </p:nvGraphicFramePr>
        <p:xfrm>
          <a:off x="2667000" y="3505200"/>
          <a:ext cx="28956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2361">
                  <a:extLst>
                    <a:ext uri="{9D8B030D-6E8A-4147-A177-3AD203B41FA5}">
                      <a16:colId xmlns:a16="http://schemas.microsoft.com/office/drawing/2014/main" val="3882412751"/>
                    </a:ext>
                  </a:extLst>
                </a:gridCol>
                <a:gridCol w="882597">
                  <a:extLst>
                    <a:ext uri="{9D8B030D-6E8A-4147-A177-3AD203B41FA5}">
                      <a16:colId xmlns:a16="http://schemas.microsoft.com/office/drawing/2014/main" val="3157776100"/>
                    </a:ext>
                  </a:extLst>
                </a:gridCol>
                <a:gridCol w="1210642">
                  <a:extLst>
                    <a:ext uri="{9D8B030D-6E8A-4147-A177-3AD203B41FA5}">
                      <a16:colId xmlns:a16="http://schemas.microsoft.com/office/drawing/2014/main" val="2413987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pages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frame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protection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0508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455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7011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946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626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8271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đoạn (Segmentation)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Không gian địa chỉ bộ nhớ phân đoạn:</a:t>
            </a:r>
          </a:p>
          <a:p>
            <a:pPr lvl="1"/>
            <a:r>
              <a:rPr lang="en-US" dirty="0"/>
              <a:t>K</a:t>
            </a:r>
            <a:r>
              <a:rPr lang="vi-VN" dirty="0"/>
              <a:t>hông gian địa chỉ </a:t>
            </a:r>
            <a:r>
              <a:rPr lang="en-US" dirty="0"/>
              <a:t>(</a:t>
            </a:r>
            <a:r>
              <a:rPr lang="en-US" i="1" dirty="0"/>
              <a:t>bộ nhớ luận lý</a:t>
            </a:r>
            <a:r>
              <a:rPr lang="en-US" dirty="0"/>
              <a:t>) </a:t>
            </a:r>
            <a:r>
              <a:rPr lang="vi-VN" dirty="0"/>
              <a:t>là một tập các </a:t>
            </a:r>
            <a:r>
              <a:rPr lang="vi-VN" i="1" dirty="0"/>
              <a:t>phân đoạn (</a:t>
            </a:r>
            <a:r>
              <a:rPr lang="vi-VN" i="1" dirty="0">
                <a:solidFill>
                  <a:srgbClr val="0070C0"/>
                </a:solidFill>
              </a:rPr>
              <a:t>segments</a:t>
            </a:r>
            <a:r>
              <a:rPr lang="vi-VN" i="1" dirty="0"/>
              <a:t>)</a:t>
            </a:r>
            <a:r>
              <a:rPr lang="vi-VN" dirty="0"/>
              <a:t> </a:t>
            </a:r>
            <a:r>
              <a:rPr lang="vi-VN" b="1" dirty="0"/>
              <a:t>kích thước khác nhau</a:t>
            </a:r>
            <a:r>
              <a:rPr lang="en-US" i="1" dirty="0"/>
              <a:t>.</a:t>
            </a:r>
          </a:p>
          <a:p>
            <a:pPr lvl="1"/>
            <a:r>
              <a:rPr lang="en-US" i="1" dirty="0"/>
              <a:t>Bảng phân đoạn </a:t>
            </a:r>
            <a:r>
              <a:rPr lang="en-US" dirty="0"/>
              <a:t>(</a:t>
            </a:r>
            <a:r>
              <a:rPr lang="en-US" i="1" dirty="0">
                <a:solidFill>
                  <a:srgbClr val="0070C0"/>
                </a:solidFill>
              </a:rPr>
              <a:t>segment table</a:t>
            </a:r>
            <a:r>
              <a:rPr lang="en-US" dirty="0"/>
              <a:t>) gồm nhiều dòng </a:t>
            </a:r>
            <a:r>
              <a:rPr lang="en-US" i="1" dirty="0">
                <a:solidFill>
                  <a:srgbClr val="0070C0"/>
                </a:solidFill>
              </a:rPr>
              <a:t>index</a:t>
            </a:r>
            <a:r>
              <a:rPr lang="en-US" dirty="0"/>
              <a:t>, mỗi dòng có 2 thông tin cơ bản: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Limit</a:t>
            </a:r>
            <a:r>
              <a:rPr lang="en-US" i="1" dirty="0"/>
              <a:t>: </a:t>
            </a:r>
            <a:r>
              <a:rPr lang="en-US" dirty="0"/>
              <a:t>kích thước của đoạn.</a:t>
            </a:r>
          </a:p>
          <a:p>
            <a:pPr lvl="2"/>
            <a:r>
              <a:rPr lang="en-US" b="1" i="1" dirty="0">
                <a:solidFill>
                  <a:srgbClr val="0070C0"/>
                </a:solidFill>
              </a:rPr>
              <a:t>Base address</a:t>
            </a:r>
            <a:r>
              <a:rPr lang="en-US" i="1" dirty="0"/>
              <a:t>: </a:t>
            </a:r>
            <a:r>
              <a:rPr lang="vi-VN" dirty="0"/>
              <a:t>địa chỉ vật lý nơi bắt đầu </a:t>
            </a:r>
            <a:r>
              <a:rPr lang="en-US" dirty="0"/>
              <a:t>của </a:t>
            </a:r>
            <a:r>
              <a:rPr lang="vi-VN" dirty="0"/>
              <a:t>phân đoạn trong bộ</a:t>
            </a:r>
            <a:r>
              <a:rPr lang="en-US" dirty="0"/>
              <a:t> </a:t>
            </a:r>
            <a:r>
              <a:rPr lang="vi-VN" dirty="0"/>
              <a:t>nhớ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657600"/>
            <a:ext cx="6353048" cy="264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4889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đoạn (Segmentation)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Chuyển đổi địa chỉ phân đoạn:</a:t>
            </a:r>
          </a:p>
          <a:p>
            <a:pPr lvl="1"/>
            <a:r>
              <a:rPr lang="en-US" dirty="0"/>
              <a:t>Đ</a:t>
            </a:r>
            <a:r>
              <a:rPr lang="vi-VN" dirty="0"/>
              <a:t>ịa</a:t>
            </a:r>
            <a:r>
              <a:rPr lang="en-US" dirty="0"/>
              <a:t> </a:t>
            </a:r>
            <a:r>
              <a:rPr lang="vi-VN" dirty="0"/>
              <a:t>chỉ </a:t>
            </a:r>
            <a:r>
              <a:rPr lang="en-US" dirty="0"/>
              <a:t>luận lý phân đoạn gồm 2 phần tử: &lt;</a:t>
            </a:r>
            <a:r>
              <a:rPr lang="en-US" b="1" dirty="0" err="1">
                <a:solidFill>
                  <a:srgbClr val="FF0000"/>
                </a:solidFill>
              </a:rPr>
              <a:t>s</a:t>
            </a:r>
            <a:r>
              <a:rPr lang="en-US" dirty="0" err="1"/>
              <a:t>,</a:t>
            </a:r>
            <a:r>
              <a:rPr lang="en-US" b="1" dirty="0" err="1">
                <a:solidFill>
                  <a:srgbClr val="FF0000"/>
                </a:solidFill>
              </a:rPr>
              <a:t>d</a:t>
            </a:r>
            <a:r>
              <a:rPr lang="en-US" dirty="0"/>
              <a:t>&gt;</a:t>
            </a:r>
          </a:p>
          <a:p>
            <a:pPr lvl="2"/>
            <a:r>
              <a:rPr lang="vi-VN" b="1" i="1" dirty="0">
                <a:solidFill>
                  <a:srgbClr val="FF0000"/>
                </a:solidFill>
              </a:rPr>
              <a:t>s</a:t>
            </a:r>
            <a:r>
              <a:rPr lang="vi-VN" dirty="0"/>
              <a:t>: </a:t>
            </a:r>
            <a:r>
              <a:rPr lang="vi-VN" i="1" dirty="0"/>
              <a:t>số hiệu phân đoạn </a:t>
            </a:r>
            <a:r>
              <a:rPr lang="en-US" dirty="0"/>
              <a:t>trỏ đến các dòng </a:t>
            </a:r>
            <a:r>
              <a:rPr lang="vi-VN" dirty="0"/>
              <a:t>chỉ mục </a:t>
            </a:r>
            <a:r>
              <a:rPr lang="en-US" dirty="0"/>
              <a:t>trên </a:t>
            </a:r>
            <a:r>
              <a:rPr lang="vi-VN" dirty="0"/>
              <a:t>bảng phân đoạ</a:t>
            </a:r>
            <a:r>
              <a:rPr lang="en-US" dirty="0"/>
              <a:t>n. Giá trị của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dirty="0"/>
              <a:t> từ </a:t>
            </a:r>
            <a:r>
              <a:rPr lang="en-US" b="1" dirty="0"/>
              <a:t>0</a:t>
            </a:r>
            <a:r>
              <a:rPr lang="en-US" dirty="0"/>
              <a:t> đến </a:t>
            </a:r>
            <a:r>
              <a:rPr lang="en-US" i="1" dirty="0">
                <a:solidFill>
                  <a:srgbClr val="0070C0"/>
                </a:solidFill>
              </a:rPr>
              <a:t>segment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cuối</a:t>
            </a:r>
            <a:r>
              <a:rPr lang="en-US" dirty="0"/>
              <a:t> trong bảng.</a:t>
            </a:r>
          </a:p>
          <a:p>
            <a:pPr lvl="2"/>
            <a:r>
              <a:rPr lang="vi-VN" b="1" i="1" dirty="0">
                <a:solidFill>
                  <a:srgbClr val="FF0000"/>
                </a:solidFill>
              </a:rPr>
              <a:t>d</a:t>
            </a:r>
            <a:r>
              <a:rPr lang="vi-VN" dirty="0"/>
              <a:t>: </a:t>
            </a:r>
            <a:r>
              <a:rPr lang="vi-VN" i="1" dirty="0"/>
              <a:t>địa chỉ tương đối </a:t>
            </a:r>
            <a:r>
              <a:rPr lang="en-US" dirty="0"/>
              <a:t>trỏ đến các địa chỉ </a:t>
            </a:r>
            <a:r>
              <a:rPr lang="en-US" i="1" dirty="0">
                <a:solidFill>
                  <a:srgbClr val="0070C0"/>
                </a:solidFill>
              </a:rPr>
              <a:t>offset</a:t>
            </a:r>
            <a:r>
              <a:rPr lang="en-US" dirty="0"/>
              <a:t> trong đoan. </a:t>
            </a:r>
            <a:br>
              <a:rPr lang="en-US" dirty="0"/>
            </a:br>
            <a:r>
              <a:rPr lang="en-US" dirty="0"/>
              <a:t>Do kích thước các segment không bằng nhau =&gt; phải check </a:t>
            </a:r>
            <a:r>
              <a:rPr lang="en-US" b="1" dirty="0">
                <a:solidFill>
                  <a:srgbClr val="FF0000"/>
                </a:solidFill>
              </a:rPr>
              <a:t>d</a:t>
            </a:r>
            <a:r>
              <a:rPr lang="en-US" dirty="0"/>
              <a:t> trước. đến </a:t>
            </a:r>
            <a:r>
              <a:rPr lang="vi-VN" dirty="0">
                <a:solidFill>
                  <a:srgbClr val="0070C0"/>
                </a:solidFill>
              </a:rPr>
              <a:t>giới hạn chiều dài </a:t>
            </a:r>
            <a:r>
              <a:rPr lang="vi-VN" dirty="0"/>
              <a:t>của phân đoạn</a:t>
            </a:r>
            <a:r>
              <a:rPr lang="en-US" dirty="0"/>
              <a:t>.</a:t>
            </a:r>
          </a:p>
          <a:p>
            <a:pPr lvl="1"/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81" y="3124200"/>
            <a:ext cx="6603305" cy="328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1528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Kỹ thuật Phân đoạn (Segmentation)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Ưu điểm của </a:t>
            </a:r>
            <a:r>
              <a:rPr lang="vi-VN" dirty="0"/>
              <a:t>kỹ thuật phân đoạn:</a:t>
            </a:r>
            <a:endParaRPr lang="en-US" dirty="0"/>
          </a:p>
          <a:p>
            <a:pPr lvl="1"/>
            <a:r>
              <a:rPr lang="en-US" dirty="0"/>
              <a:t>Mỗi phân đoạn biểu diễn cho một phần của chương trình.</a:t>
            </a:r>
          </a:p>
          <a:p>
            <a:pPr lvl="1"/>
            <a:r>
              <a:rPr lang="en-US" dirty="0"/>
              <a:t>Lập cơ chế bảo mật riêng biệt cho từng phần chương trình.</a:t>
            </a:r>
          </a:p>
          <a:p>
            <a:pPr lvl="1"/>
            <a:r>
              <a:rPr lang="en-US" dirty="0"/>
              <a:t>Khả năng chia sẻ chương trình ở mức độ phân đoạn.</a:t>
            </a:r>
          </a:p>
          <a:p>
            <a:pPr lvl="1"/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52A4C-8883-4C52-AAE8-0405D358AC4B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2717466"/>
            <a:ext cx="5791200" cy="375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405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2819400"/>
            <a:ext cx="4151993" cy="299866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69430" y="1896070"/>
            <a:ext cx="299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Cám ơn !</a:t>
            </a:r>
          </a:p>
        </p:txBody>
      </p:sp>
    </p:spTree>
    <p:extLst>
      <p:ext uri="{BB962C8B-B14F-4D97-AF65-F5344CB8AC3E}">
        <p14:creationId xmlns:p14="http://schemas.microsoft.com/office/powerpoint/2010/main" val="3574661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13944</TotalTime>
  <Words>18647</Words>
  <Application>Microsoft Office PowerPoint</Application>
  <PresentationFormat>On-screen Show (4:3)</PresentationFormat>
  <Paragraphs>647</Paragraphs>
  <Slides>44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Cambria</vt:lpstr>
      <vt:lpstr>Tahoma</vt:lpstr>
      <vt:lpstr>Times New Roman</vt:lpstr>
      <vt:lpstr>Wingdings</vt:lpstr>
      <vt:lpstr>Office Theme</vt:lpstr>
      <vt:lpstr>Bài giảng môn học: HỆ ĐIỀU HÀNH</vt:lpstr>
      <vt:lpstr>Chương 5: QUẢN LÝ BỘ NHỚ</vt:lpstr>
      <vt:lpstr>Phân cấp bộ nhớ</vt:lpstr>
      <vt:lpstr>Phân cấp bộ nhớ</vt:lpstr>
      <vt:lpstr>Các khái niệm cơ bản</vt:lpstr>
      <vt:lpstr>Các khái niệm cơ bản</vt:lpstr>
      <vt:lpstr>Các khái niệm cơ bản</vt:lpstr>
      <vt:lpstr>Chuyển đổi địa chỉ</vt:lpstr>
      <vt:lpstr>Chuyển đổi địa chỉ</vt:lpstr>
      <vt:lpstr>Chuyển đổi địa chỉ</vt:lpstr>
      <vt:lpstr>Chuyển đổi địa chỉ</vt:lpstr>
      <vt:lpstr>Chuyển đổi địa chỉ</vt:lpstr>
      <vt:lpstr>Các kỹ thuật tối ưu sử dụng bộ nhớ</vt:lpstr>
      <vt:lpstr>Các kỹ thuật tối ưu sử dụng bộ nhớ</vt:lpstr>
      <vt:lpstr>Các kỹ thuật tối ưu sử dụng bộ nhớ</vt:lpstr>
      <vt:lpstr>Các kỹ thuật tối ưu sử dụng bộ nhớ</vt:lpstr>
      <vt:lpstr>Các kỹ thuật tối ưu sử dụng bộ nhớ</vt:lpstr>
      <vt:lpstr>Các kỹ thuật tối ưu sử dụng bộ nhớ</vt:lpstr>
      <vt:lpstr>Các kỹ thuật tối ưu sử dụng bộ nhớ</vt:lpstr>
      <vt:lpstr>Cấp phát bộ nhớ cho tiến trình</vt:lpstr>
      <vt:lpstr>Cấp phát bộ nhớ cho tiến trình</vt:lpstr>
      <vt:lpstr>Cấp phát bộ nhớ cho tiến trình</vt:lpstr>
      <vt:lpstr>Cấp phát bộ nhớ cho tiến trình</vt:lpstr>
      <vt:lpstr>Cấp phát bộ nhớ liên tục</vt:lpstr>
      <vt:lpstr>Cấp phát bộ nhớ liên tục</vt:lpstr>
      <vt:lpstr>Kỹ thuật Phân trang (paging)</vt:lpstr>
      <vt:lpstr>Kỹ thuật Phân trang (paging)</vt:lpstr>
      <vt:lpstr>Kỹ thuật Phân trang (paging)</vt:lpstr>
      <vt:lpstr>Kỹ thuật Phân trang (paging)</vt:lpstr>
      <vt:lpstr>Kỹ thuật Phân trang (paging)</vt:lpstr>
      <vt:lpstr>Kỹ thuật Phân trang (paging)</vt:lpstr>
      <vt:lpstr>Kỹ thuật Phân trang (paging)</vt:lpstr>
      <vt:lpstr>Kỹ thuật Phân trang (paging)</vt:lpstr>
      <vt:lpstr>Thay thế trang (Page Replacement) </vt:lpstr>
      <vt:lpstr>Thay thế trang (Page Replacement) </vt:lpstr>
      <vt:lpstr>Thay thế trang (Page Replacement) </vt:lpstr>
      <vt:lpstr>Thay thế trang (Page Replacement) </vt:lpstr>
      <vt:lpstr>An toàn cho vùng nhớ trong Paging</vt:lpstr>
      <vt:lpstr>An toàn cho vùng nhớ trong Paging</vt:lpstr>
      <vt:lpstr>An toàn cho vùng nhớ trong Paging</vt:lpstr>
      <vt:lpstr>Kỹ thuật Phân đoạn (Segmentation)</vt:lpstr>
      <vt:lpstr>Kỹ thuật Phân đoạn (Segmentation)</vt:lpstr>
      <vt:lpstr>Kỹ thuật Phân đoạn (Segmentation)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ThS. Nguyễn Văn Thành</dc:creator>
  <cp:lastModifiedBy>Trường An Lương</cp:lastModifiedBy>
  <cp:revision>967</cp:revision>
  <cp:lastPrinted>2020-11-17T08:48:11Z</cp:lastPrinted>
  <dcterms:created xsi:type="dcterms:W3CDTF">2013-09-24T09:04:13Z</dcterms:created>
  <dcterms:modified xsi:type="dcterms:W3CDTF">2026-07-07T04:44:55Z</dcterms:modified>
</cp:coreProperties>
</file>